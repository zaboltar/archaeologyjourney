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29"/>
  </p:notesMasterIdLst>
  <p:sldIdLst>
    <p:sldId id="298" r:id="rId3"/>
    <p:sldId id="257" r:id="rId4"/>
    <p:sldId id="318" r:id="rId5"/>
    <p:sldId id="317" r:id="rId6"/>
    <p:sldId id="312" r:id="rId7"/>
    <p:sldId id="313" r:id="rId8"/>
    <p:sldId id="321" r:id="rId9"/>
    <p:sldId id="262" r:id="rId10"/>
    <p:sldId id="263" r:id="rId11"/>
    <p:sldId id="265" r:id="rId12"/>
    <p:sldId id="264" r:id="rId13"/>
    <p:sldId id="266" r:id="rId14"/>
    <p:sldId id="268" r:id="rId15"/>
    <p:sldId id="299" r:id="rId16"/>
    <p:sldId id="269" r:id="rId17"/>
    <p:sldId id="270" r:id="rId18"/>
    <p:sldId id="304" r:id="rId19"/>
    <p:sldId id="272" r:id="rId20"/>
    <p:sldId id="302" r:id="rId21"/>
    <p:sldId id="273" r:id="rId22"/>
    <p:sldId id="303" r:id="rId23"/>
    <p:sldId id="274" r:id="rId24"/>
    <p:sldId id="306" r:id="rId25"/>
    <p:sldId id="308" r:id="rId26"/>
    <p:sldId id="275" r:id="rId27"/>
    <p:sldId id="276"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6vrVNurJo9BNug8XXAh2uHpET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BF3D7B-674B-4CD0-B134-D78C4D62A803}" v="7672" dt="2025-09-24T04:13:59.641"/>
    <p1510:client id="{A9B25BC0-707B-45D6-4C38-F0C95096215F}" v="8" dt="2025-09-23T19:53:56.56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6" d="100"/>
          <a:sy n="56" d="100"/>
        </p:scale>
        <p:origin x="1508"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45"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mond Ocampo Salazar" userId="S::raymond.ocampo@uarm.pe::8c5e0022-6c32-4ab7-ab0b-1a09adf74a88" providerId="AD" clId="Web-{A9B25BC0-707B-45D6-4C38-F0C95096215F}"/>
    <pc:docChg chg="modSld">
      <pc:chgData name="Raymond Ocampo Salazar" userId="S::raymond.ocampo@uarm.pe::8c5e0022-6c32-4ab7-ab0b-1a09adf74a88" providerId="AD" clId="Web-{A9B25BC0-707B-45D6-4C38-F0C95096215F}" dt="2025-09-23T19:53:56.564" v="6" actId="14100"/>
      <pc:docMkLst>
        <pc:docMk/>
      </pc:docMkLst>
      <pc:sldChg chg="modSp">
        <pc:chgData name="Raymond Ocampo Salazar" userId="S::raymond.ocampo@uarm.pe::8c5e0022-6c32-4ab7-ab0b-1a09adf74a88" providerId="AD" clId="Web-{A9B25BC0-707B-45D6-4C38-F0C95096215F}" dt="2025-09-23T19:48:01.815" v="0" actId="20577"/>
        <pc:sldMkLst>
          <pc:docMk/>
          <pc:sldMk cId="1544106366" sldId="298"/>
        </pc:sldMkLst>
        <pc:spChg chg="mod">
          <ac:chgData name="Raymond Ocampo Salazar" userId="S::raymond.ocampo@uarm.pe::8c5e0022-6c32-4ab7-ab0b-1a09adf74a88" providerId="AD" clId="Web-{A9B25BC0-707B-45D6-4C38-F0C95096215F}" dt="2025-09-23T19:48:01.815" v="0" actId="20577"/>
          <ac:spMkLst>
            <pc:docMk/>
            <pc:sldMk cId="1544106366" sldId="298"/>
            <ac:spMk id="3" creationId="{CEFB1551-5825-292A-48A5-998F9050B18F}"/>
          </ac:spMkLst>
        </pc:spChg>
      </pc:sldChg>
      <pc:sldChg chg="modSp">
        <pc:chgData name="Raymond Ocampo Salazar" userId="S::raymond.ocampo@uarm.pe::8c5e0022-6c32-4ab7-ab0b-1a09adf74a88" providerId="AD" clId="Web-{A9B25BC0-707B-45D6-4C38-F0C95096215F}" dt="2025-09-23T19:53:56.564" v="6" actId="14100"/>
        <pc:sldMkLst>
          <pc:docMk/>
          <pc:sldMk cId="3792452159" sldId="317"/>
        </pc:sldMkLst>
        <pc:spChg chg="mod">
          <ac:chgData name="Raymond Ocampo Salazar" userId="S::raymond.ocampo@uarm.pe::8c5e0022-6c32-4ab7-ab0b-1a09adf74a88" providerId="AD" clId="Web-{A9B25BC0-707B-45D6-4C38-F0C95096215F}" dt="2025-09-23T19:53:56.564" v="6" actId="14100"/>
          <ac:spMkLst>
            <pc:docMk/>
            <pc:sldMk cId="3792452159" sldId="317"/>
            <ac:spMk id="6" creationId="{F693BEAB-0B28-67F3-A527-EC464D42AAF8}"/>
          </ac:spMkLst>
        </pc:spChg>
      </pc:sldChg>
      <pc:sldChg chg="modSp">
        <pc:chgData name="Raymond Ocampo Salazar" userId="S::raymond.ocampo@uarm.pe::8c5e0022-6c32-4ab7-ab0b-1a09adf74a88" providerId="AD" clId="Web-{A9B25BC0-707B-45D6-4C38-F0C95096215F}" dt="2025-09-23T19:53:28.579" v="5" actId="20577"/>
        <pc:sldMkLst>
          <pc:docMk/>
          <pc:sldMk cId="3273636023" sldId="318"/>
        </pc:sldMkLst>
        <pc:spChg chg="mod">
          <ac:chgData name="Raymond Ocampo Salazar" userId="S::raymond.ocampo@uarm.pe::8c5e0022-6c32-4ab7-ab0b-1a09adf74a88" providerId="AD" clId="Web-{A9B25BC0-707B-45D6-4C38-F0C95096215F}" dt="2025-09-23T19:53:28.579" v="5" actId="20577"/>
          <ac:spMkLst>
            <pc:docMk/>
            <pc:sldMk cId="3273636023" sldId="318"/>
            <ac:spMk id="3" creationId="{53E9DE4B-983C-7D76-799F-86352EE50807}"/>
          </ac:spMkLst>
        </pc:spChg>
      </pc:sldChg>
    </pc:docChg>
  </pc:docChgLst>
  <pc:docChgLst>
    <pc:chgData name="Raymond Ocampo Salazar" userId="8c5e0022-6c32-4ab7-ab0b-1a09adf74a88" providerId="ADAL" clId="{D99F63F4-474D-4672-96DC-B82B0CD4D21A}"/>
    <pc:docChg chg="undo custSel addSld delSld modSld sldOrd">
      <pc:chgData name="Raymond Ocampo Salazar" userId="8c5e0022-6c32-4ab7-ab0b-1a09adf74a88" providerId="ADAL" clId="{D99F63F4-474D-4672-96DC-B82B0CD4D21A}" dt="2025-09-24T04:13:59.638" v="19378" actId="20577"/>
      <pc:docMkLst>
        <pc:docMk/>
      </pc:docMkLst>
      <pc:sldChg chg="modSp mod">
        <pc:chgData name="Raymond Ocampo Salazar" userId="8c5e0022-6c32-4ab7-ab0b-1a09adf74a88" providerId="ADAL" clId="{D99F63F4-474D-4672-96DC-B82B0CD4D21A}" dt="2025-09-22T18:59:44.420" v="10" actId="790"/>
        <pc:sldMkLst>
          <pc:docMk/>
          <pc:sldMk cId="0" sldId="257"/>
        </pc:sldMkLst>
        <pc:spChg chg="mod">
          <ac:chgData name="Raymond Ocampo Salazar" userId="8c5e0022-6c32-4ab7-ab0b-1a09adf74a88" providerId="ADAL" clId="{D99F63F4-474D-4672-96DC-B82B0CD4D21A}" dt="2025-09-22T18:59:44.420" v="10" actId="790"/>
          <ac:spMkLst>
            <pc:docMk/>
            <pc:sldMk cId="0" sldId="257"/>
            <ac:spMk id="89" creationId="{00000000-0000-0000-0000-000000000000}"/>
          </ac:spMkLst>
        </pc:spChg>
        <pc:spChg chg="mod">
          <ac:chgData name="Raymond Ocampo Salazar" userId="8c5e0022-6c32-4ab7-ab0b-1a09adf74a88" providerId="ADAL" clId="{D99F63F4-474D-4672-96DC-B82B0CD4D21A}" dt="2025-09-22T18:59:44.420" v="10" actId="790"/>
          <ac:spMkLst>
            <pc:docMk/>
            <pc:sldMk cId="0" sldId="257"/>
            <ac:spMk id="90" creationId="{00000000-0000-0000-0000-000000000000}"/>
          </ac:spMkLst>
        </pc:spChg>
      </pc:sldChg>
      <pc:sldChg chg="modSp del mod modAnim">
        <pc:chgData name="Raymond Ocampo Salazar" userId="8c5e0022-6c32-4ab7-ab0b-1a09adf74a88" providerId="ADAL" clId="{D99F63F4-474D-4672-96DC-B82B0CD4D21A}" dt="2025-09-23T04:18:05.553" v="7748" actId="2696"/>
        <pc:sldMkLst>
          <pc:docMk/>
          <pc:sldMk cId="0" sldId="258"/>
        </pc:sldMkLst>
      </pc:sldChg>
      <pc:sldChg chg="modSp del mod modAnim">
        <pc:chgData name="Raymond Ocampo Salazar" userId="8c5e0022-6c32-4ab7-ab0b-1a09adf74a88" providerId="ADAL" clId="{D99F63F4-474D-4672-96DC-B82B0CD4D21A}" dt="2025-09-23T04:18:05.553" v="7748" actId="2696"/>
        <pc:sldMkLst>
          <pc:docMk/>
          <pc:sldMk cId="0" sldId="259"/>
        </pc:sldMkLst>
        <pc:spChg chg="mod">
          <ac:chgData name="Raymond Ocampo Salazar" userId="8c5e0022-6c32-4ab7-ab0b-1a09adf74a88" providerId="ADAL" clId="{D99F63F4-474D-4672-96DC-B82B0CD4D21A}" dt="2025-09-23T00:14:57.949" v="3623" actId="20577"/>
          <ac:spMkLst>
            <pc:docMk/>
            <pc:sldMk cId="0" sldId="259"/>
            <ac:spMk id="103" creationId="{00000000-0000-0000-0000-000000000000}"/>
          </ac:spMkLst>
        </pc:spChg>
        <pc:spChg chg="mod">
          <ac:chgData name="Raymond Ocampo Salazar" userId="8c5e0022-6c32-4ab7-ab0b-1a09adf74a88" providerId="ADAL" clId="{D99F63F4-474D-4672-96DC-B82B0CD4D21A}" dt="2025-09-23T00:15:17.973" v="3666" actId="20577"/>
          <ac:spMkLst>
            <pc:docMk/>
            <pc:sldMk cId="0" sldId="259"/>
            <ac:spMk id="104" creationId="{00000000-0000-0000-0000-000000000000}"/>
          </ac:spMkLst>
        </pc:spChg>
      </pc:sldChg>
      <pc:sldChg chg="modSp del mod">
        <pc:chgData name="Raymond Ocampo Salazar" userId="8c5e0022-6c32-4ab7-ab0b-1a09adf74a88" providerId="ADAL" clId="{D99F63F4-474D-4672-96DC-B82B0CD4D21A}" dt="2025-09-24T01:52:53.348" v="16107" actId="2696"/>
        <pc:sldMkLst>
          <pc:docMk/>
          <pc:sldMk cId="0" sldId="260"/>
        </pc:sldMkLst>
        <pc:spChg chg="mod">
          <ac:chgData name="Raymond Ocampo Salazar" userId="8c5e0022-6c32-4ab7-ab0b-1a09adf74a88" providerId="ADAL" clId="{D99F63F4-474D-4672-96DC-B82B0CD4D21A}" dt="2025-09-23T04:19:02.473" v="7755" actId="1076"/>
          <ac:spMkLst>
            <pc:docMk/>
            <pc:sldMk cId="0" sldId="260"/>
            <ac:spMk id="111" creationId="{00000000-0000-0000-0000-000000000000}"/>
          </ac:spMkLst>
        </pc:spChg>
      </pc:sldChg>
      <pc:sldChg chg="modSp add del mod ord">
        <pc:chgData name="Raymond Ocampo Salazar" userId="8c5e0022-6c32-4ab7-ab0b-1a09adf74a88" providerId="ADAL" clId="{D99F63F4-474D-4672-96DC-B82B0CD4D21A}" dt="2025-09-23T18:05:34.029" v="15963" actId="2696"/>
        <pc:sldMkLst>
          <pc:docMk/>
          <pc:sldMk cId="0" sldId="261"/>
        </pc:sldMkLst>
        <pc:spChg chg="mod">
          <ac:chgData name="Raymond Ocampo Salazar" userId="8c5e0022-6c32-4ab7-ab0b-1a09adf74a88" providerId="ADAL" clId="{D99F63F4-474D-4672-96DC-B82B0CD4D21A}" dt="2025-09-23T04:19:27.065" v="7757" actId="27636"/>
          <ac:spMkLst>
            <pc:docMk/>
            <pc:sldMk cId="0" sldId="261"/>
            <ac:spMk id="118" creationId="{00000000-0000-0000-0000-000000000000}"/>
          </ac:spMkLst>
        </pc:spChg>
      </pc:sldChg>
      <pc:sldChg chg="add del">
        <pc:chgData name="Raymond Ocampo Salazar" userId="8c5e0022-6c32-4ab7-ab0b-1a09adf74a88" providerId="ADAL" clId="{D99F63F4-474D-4672-96DC-B82B0CD4D21A}" dt="2025-09-24T04:07:01.598" v="18469" actId="2696"/>
        <pc:sldMkLst>
          <pc:docMk/>
          <pc:sldMk cId="606280507" sldId="261"/>
        </pc:sldMkLst>
      </pc:sldChg>
      <pc:sldChg chg="modSp mod">
        <pc:chgData name="Raymond Ocampo Salazar" userId="8c5e0022-6c32-4ab7-ab0b-1a09adf74a88" providerId="ADAL" clId="{D99F63F4-474D-4672-96DC-B82B0CD4D21A}" dt="2025-09-22T18:59:44.420" v="10" actId="790"/>
        <pc:sldMkLst>
          <pc:docMk/>
          <pc:sldMk cId="0" sldId="262"/>
        </pc:sldMkLst>
        <pc:spChg chg="mod">
          <ac:chgData name="Raymond Ocampo Salazar" userId="8c5e0022-6c32-4ab7-ab0b-1a09adf74a88" providerId="ADAL" clId="{D99F63F4-474D-4672-96DC-B82B0CD4D21A}" dt="2025-09-22T18:59:44.420" v="10" actId="790"/>
          <ac:spMkLst>
            <pc:docMk/>
            <pc:sldMk cId="0" sldId="262"/>
            <ac:spMk id="123" creationId="{00000000-0000-0000-0000-000000000000}"/>
          </ac:spMkLst>
        </pc:spChg>
        <pc:spChg chg="mod">
          <ac:chgData name="Raymond Ocampo Salazar" userId="8c5e0022-6c32-4ab7-ab0b-1a09adf74a88" providerId="ADAL" clId="{D99F63F4-474D-4672-96DC-B82B0CD4D21A}" dt="2025-09-22T18:59:44.420" v="10" actId="790"/>
          <ac:spMkLst>
            <pc:docMk/>
            <pc:sldMk cId="0" sldId="262"/>
            <ac:spMk id="124" creationId="{00000000-0000-0000-0000-000000000000}"/>
          </ac:spMkLst>
        </pc:spChg>
      </pc:sldChg>
      <pc:sldChg chg="modSp mod">
        <pc:chgData name="Raymond Ocampo Salazar" userId="8c5e0022-6c32-4ab7-ab0b-1a09adf74a88" providerId="ADAL" clId="{D99F63F4-474D-4672-96DC-B82B0CD4D21A}" dt="2025-09-22T18:59:44.420" v="10" actId="790"/>
        <pc:sldMkLst>
          <pc:docMk/>
          <pc:sldMk cId="0" sldId="263"/>
        </pc:sldMkLst>
        <pc:spChg chg="mod">
          <ac:chgData name="Raymond Ocampo Salazar" userId="8c5e0022-6c32-4ab7-ab0b-1a09adf74a88" providerId="ADAL" clId="{D99F63F4-474D-4672-96DC-B82B0CD4D21A}" dt="2025-09-22T18:59:44.420" v="10" actId="790"/>
          <ac:spMkLst>
            <pc:docMk/>
            <pc:sldMk cId="0" sldId="263"/>
            <ac:spMk id="129" creationId="{00000000-0000-0000-0000-000000000000}"/>
          </ac:spMkLst>
        </pc:spChg>
        <pc:spChg chg="mod">
          <ac:chgData name="Raymond Ocampo Salazar" userId="8c5e0022-6c32-4ab7-ab0b-1a09adf74a88" providerId="ADAL" clId="{D99F63F4-474D-4672-96DC-B82B0CD4D21A}" dt="2025-09-22T18:59:44.420" v="10" actId="790"/>
          <ac:spMkLst>
            <pc:docMk/>
            <pc:sldMk cId="0" sldId="263"/>
            <ac:spMk id="130" creationId="{00000000-0000-0000-0000-000000000000}"/>
          </ac:spMkLst>
        </pc:spChg>
      </pc:sldChg>
      <pc:sldChg chg="modSp mod modAnim">
        <pc:chgData name="Raymond Ocampo Salazar" userId="8c5e0022-6c32-4ab7-ab0b-1a09adf74a88" providerId="ADAL" clId="{D99F63F4-474D-4672-96DC-B82B0CD4D21A}" dt="2025-09-24T03:54:15.856" v="17839" actId="20577"/>
        <pc:sldMkLst>
          <pc:docMk/>
          <pc:sldMk cId="0" sldId="264"/>
        </pc:sldMkLst>
        <pc:spChg chg="mod">
          <ac:chgData name="Raymond Ocampo Salazar" userId="8c5e0022-6c32-4ab7-ab0b-1a09adf74a88" providerId="ADAL" clId="{D99F63F4-474D-4672-96DC-B82B0CD4D21A}" dt="2025-09-22T18:59:44.420" v="10" actId="790"/>
          <ac:spMkLst>
            <pc:docMk/>
            <pc:sldMk cId="0" sldId="264"/>
            <ac:spMk id="135" creationId="{00000000-0000-0000-0000-000000000000}"/>
          </ac:spMkLst>
        </pc:spChg>
        <pc:spChg chg="mod">
          <ac:chgData name="Raymond Ocampo Salazar" userId="8c5e0022-6c32-4ab7-ab0b-1a09adf74a88" providerId="ADAL" clId="{D99F63F4-474D-4672-96DC-B82B0CD4D21A}" dt="2025-09-24T03:54:15.856" v="17839" actId="20577"/>
          <ac:spMkLst>
            <pc:docMk/>
            <pc:sldMk cId="0" sldId="264"/>
            <ac:spMk id="136" creationId="{00000000-0000-0000-0000-000000000000}"/>
          </ac:spMkLst>
        </pc:spChg>
      </pc:sldChg>
      <pc:sldChg chg="modSp mod ord modAnim">
        <pc:chgData name="Raymond Ocampo Salazar" userId="8c5e0022-6c32-4ab7-ab0b-1a09adf74a88" providerId="ADAL" clId="{D99F63F4-474D-4672-96DC-B82B0CD4D21A}" dt="2025-09-24T03:57:57.356" v="17968" actId="20577"/>
        <pc:sldMkLst>
          <pc:docMk/>
          <pc:sldMk cId="0" sldId="265"/>
        </pc:sldMkLst>
        <pc:spChg chg="mod">
          <ac:chgData name="Raymond Ocampo Salazar" userId="8c5e0022-6c32-4ab7-ab0b-1a09adf74a88" providerId="ADAL" clId="{D99F63F4-474D-4672-96DC-B82B0CD4D21A}" dt="2025-09-22T18:59:44.420" v="10" actId="790"/>
          <ac:spMkLst>
            <pc:docMk/>
            <pc:sldMk cId="0" sldId="265"/>
            <ac:spMk id="141" creationId="{00000000-0000-0000-0000-000000000000}"/>
          </ac:spMkLst>
        </pc:spChg>
        <pc:spChg chg="mod">
          <ac:chgData name="Raymond Ocampo Salazar" userId="8c5e0022-6c32-4ab7-ab0b-1a09adf74a88" providerId="ADAL" clId="{D99F63F4-474D-4672-96DC-B82B0CD4D21A}" dt="2025-09-24T03:57:57.356" v="17968" actId="20577"/>
          <ac:spMkLst>
            <pc:docMk/>
            <pc:sldMk cId="0" sldId="265"/>
            <ac:spMk id="142" creationId="{00000000-0000-0000-0000-000000000000}"/>
          </ac:spMkLst>
        </pc:spChg>
      </pc:sldChg>
      <pc:sldChg chg="modSp mod modAnim">
        <pc:chgData name="Raymond Ocampo Salazar" userId="8c5e0022-6c32-4ab7-ab0b-1a09adf74a88" providerId="ADAL" clId="{D99F63F4-474D-4672-96DC-B82B0CD4D21A}" dt="2025-09-24T03:59:40.542" v="17981" actId="27636"/>
        <pc:sldMkLst>
          <pc:docMk/>
          <pc:sldMk cId="0" sldId="266"/>
        </pc:sldMkLst>
        <pc:spChg chg="mod">
          <ac:chgData name="Raymond Ocampo Salazar" userId="8c5e0022-6c32-4ab7-ab0b-1a09adf74a88" providerId="ADAL" clId="{D99F63F4-474D-4672-96DC-B82B0CD4D21A}" dt="2025-09-22T18:59:44.420" v="10" actId="790"/>
          <ac:spMkLst>
            <pc:docMk/>
            <pc:sldMk cId="0" sldId="266"/>
            <ac:spMk id="147" creationId="{00000000-0000-0000-0000-000000000000}"/>
          </ac:spMkLst>
        </pc:spChg>
        <pc:spChg chg="mod">
          <ac:chgData name="Raymond Ocampo Salazar" userId="8c5e0022-6c32-4ab7-ab0b-1a09adf74a88" providerId="ADAL" clId="{D99F63F4-474D-4672-96DC-B82B0CD4D21A}" dt="2025-09-24T03:59:40.542" v="17981" actId="27636"/>
          <ac:spMkLst>
            <pc:docMk/>
            <pc:sldMk cId="0" sldId="266"/>
            <ac:spMk id="148" creationId="{00000000-0000-0000-0000-000000000000}"/>
          </ac:spMkLst>
        </pc:spChg>
      </pc:sldChg>
      <pc:sldChg chg="modSp add del mod">
        <pc:chgData name="Raymond Ocampo Salazar" userId="8c5e0022-6c32-4ab7-ab0b-1a09adf74a88" providerId="ADAL" clId="{D99F63F4-474D-4672-96DC-B82B0CD4D21A}" dt="2025-09-23T18:05:34.029" v="15963" actId="2696"/>
        <pc:sldMkLst>
          <pc:docMk/>
          <pc:sldMk cId="0" sldId="267"/>
        </pc:sldMkLst>
      </pc:sldChg>
      <pc:sldChg chg="add del">
        <pc:chgData name="Raymond Ocampo Salazar" userId="8c5e0022-6c32-4ab7-ab0b-1a09adf74a88" providerId="ADAL" clId="{D99F63F4-474D-4672-96DC-B82B0CD4D21A}" dt="2025-09-24T04:07:01.598" v="18469" actId="2696"/>
        <pc:sldMkLst>
          <pc:docMk/>
          <pc:sldMk cId="2248696003" sldId="267"/>
        </pc:sldMkLst>
      </pc:sldChg>
      <pc:sldChg chg="modSp mod modAnim">
        <pc:chgData name="Raymond Ocampo Salazar" userId="8c5e0022-6c32-4ab7-ab0b-1a09adf74a88" providerId="ADAL" clId="{D99F63F4-474D-4672-96DC-B82B0CD4D21A}" dt="2025-09-24T04:00:36.758" v="18001" actId="20577"/>
        <pc:sldMkLst>
          <pc:docMk/>
          <pc:sldMk cId="0" sldId="268"/>
        </pc:sldMkLst>
        <pc:spChg chg="mod">
          <ac:chgData name="Raymond Ocampo Salazar" userId="8c5e0022-6c32-4ab7-ab0b-1a09adf74a88" providerId="ADAL" clId="{D99F63F4-474D-4672-96DC-B82B0CD4D21A}" dt="2025-09-22T18:59:44.420" v="10" actId="790"/>
          <ac:spMkLst>
            <pc:docMk/>
            <pc:sldMk cId="0" sldId="268"/>
            <ac:spMk id="159" creationId="{00000000-0000-0000-0000-000000000000}"/>
          </ac:spMkLst>
        </pc:spChg>
        <pc:spChg chg="mod">
          <ac:chgData name="Raymond Ocampo Salazar" userId="8c5e0022-6c32-4ab7-ab0b-1a09adf74a88" providerId="ADAL" clId="{D99F63F4-474D-4672-96DC-B82B0CD4D21A}" dt="2025-09-24T04:00:36.758" v="18001" actId="20577"/>
          <ac:spMkLst>
            <pc:docMk/>
            <pc:sldMk cId="0" sldId="268"/>
            <ac:spMk id="160" creationId="{00000000-0000-0000-0000-000000000000}"/>
          </ac:spMkLst>
        </pc:spChg>
      </pc:sldChg>
      <pc:sldChg chg="modSp mod">
        <pc:chgData name="Raymond Ocampo Salazar" userId="8c5e0022-6c32-4ab7-ab0b-1a09adf74a88" providerId="ADAL" clId="{D99F63F4-474D-4672-96DC-B82B0CD4D21A}" dt="2025-09-22T18:59:44.420" v="10" actId="790"/>
        <pc:sldMkLst>
          <pc:docMk/>
          <pc:sldMk cId="0" sldId="269"/>
        </pc:sldMkLst>
        <pc:spChg chg="mod">
          <ac:chgData name="Raymond Ocampo Salazar" userId="8c5e0022-6c32-4ab7-ab0b-1a09adf74a88" providerId="ADAL" clId="{D99F63F4-474D-4672-96DC-B82B0CD4D21A}" dt="2025-09-22T18:59:44.420" v="10" actId="790"/>
          <ac:spMkLst>
            <pc:docMk/>
            <pc:sldMk cId="0" sldId="269"/>
            <ac:spMk id="165" creationId="{00000000-0000-0000-0000-000000000000}"/>
          </ac:spMkLst>
        </pc:spChg>
        <pc:spChg chg="mod">
          <ac:chgData name="Raymond Ocampo Salazar" userId="8c5e0022-6c32-4ab7-ab0b-1a09adf74a88" providerId="ADAL" clId="{D99F63F4-474D-4672-96DC-B82B0CD4D21A}" dt="2025-09-22T18:59:44.420" v="10" actId="790"/>
          <ac:spMkLst>
            <pc:docMk/>
            <pc:sldMk cId="0" sldId="269"/>
            <ac:spMk id="166" creationId="{00000000-0000-0000-0000-000000000000}"/>
          </ac:spMkLst>
        </pc:spChg>
      </pc:sldChg>
      <pc:sldChg chg="modSp mod">
        <pc:chgData name="Raymond Ocampo Salazar" userId="8c5e0022-6c32-4ab7-ab0b-1a09adf74a88" providerId="ADAL" clId="{D99F63F4-474D-4672-96DC-B82B0CD4D21A}" dt="2025-09-22T18:59:44.420" v="10" actId="790"/>
        <pc:sldMkLst>
          <pc:docMk/>
          <pc:sldMk cId="0" sldId="270"/>
        </pc:sldMkLst>
        <pc:spChg chg="mod">
          <ac:chgData name="Raymond Ocampo Salazar" userId="8c5e0022-6c32-4ab7-ab0b-1a09adf74a88" providerId="ADAL" clId="{D99F63F4-474D-4672-96DC-B82B0CD4D21A}" dt="2025-09-22T18:59:44.420" v="10" actId="790"/>
          <ac:spMkLst>
            <pc:docMk/>
            <pc:sldMk cId="0" sldId="270"/>
            <ac:spMk id="171" creationId="{00000000-0000-0000-0000-000000000000}"/>
          </ac:spMkLst>
        </pc:spChg>
        <pc:spChg chg="mod">
          <ac:chgData name="Raymond Ocampo Salazar" userId="8c5e0022-6c32-4ab7-ab0b-1a09adf74a88" providerId="ADAL" clId="{D99F63F4-474D-4672-96DC-B82B0CD4D21A}" dt="2025-09-22T18:59:44.420" v="10" actId="790"/>
          <ac:spMkLst>
            <pc:docMk/>
            <pc:sldMk cId="0" sldId="270"/>
            <ac:spMk id="172" creationId="{00000000-0000-0000-0000-000000000000}"/>
          </ac:spMkLst>
        </pc:spChg>
      </pc:sldChg>
      <pc:sldChg chg="modSp mod">
        <pc:chgData name="Raymond Ocampo Salazar" userId="8c5e0022-6c32-4ab7-ab0b-1a09adf74a88" providerId="ADAL" clId="{D99F63F4-474D-4672-96DC-B82B0CD4D21A}" dt="2025-09-22T18:59:44.420" v="10" actId="790"/>
        <pc:sldMkLst>
          <pc:docMk/>
          <pc:sldMk cId="0" sldId="272"/>
        </pc:sldMkLst>
        <pc:spChg chg="mod">
          <ac:chgData name="Raymond Ocampo Salazar" userId="8c5e0022-6c32-4ab7-ab0b-1a09adf74a88" providerId="ADAL" clId="{D99F63F4-474D-4672-96DC-B82B0CD4D21A}" dt="2025-09-22T18:59:44.420" v="10" actId="790"/>
          <ac:spMkLst>
            <pc:docMk/>
            <pc:sldMk cId="0" sldId="272"/>
            <ac:spMk id="182" creationId="{00000000-0000-0000-0000-000000000000}"/>
          </ac:spMkLst>
        </pc:spChg>
        <pc:spChg chg="mod">
          <ac:chgData name="Raymond Ocampo Salazar" userId="8c5e0022-6c32-4ab7-ab0b-1a09adf74a88" providerId="ADAL" clId="{D99F63F4-474D-4672-96DC-B82B0CD4D21A}" dt="2025-09-22T18:59:44.420" v="10" actId="790"/>
          <ac:spMkLst>
            <pc:docMk/>
            <pc:sldMk cId="0" sldId="272"/>
            <ac:spMk id="183" creationId="{00000000-0000-0000-0000-000000000000}"/>
          </ac:spMkLst>
        </pc:spChg>
      </pc:sldChg>
      <pc:sldChg chg="modSp mod">
        <pc:chgData name="Raymond Ocampo Salazar" userId="8c5e0022-6c32-4ab7-ab0b-1a09adf74a88" providerId="ADAL" clId="{D99F63F4-474D-4672-96DC-B82B0CD4D21A}" dt="2025-09-24T04:04:04.551" v="18333" actId="114"/>
        <pc:sldMkLst>
          <pc:docMk/>
          <pc:sldMk cId="0" sldId="273"/>
        </pc:sldMkLst>
        <pc:spChg chg="mod">
          <ac:chgData name="Raymond Ocampo Salazar" userId="8c5e0022-6c32-4ab7-ab0b-1a09adf74a88" providerId="ADAL" clId="{D99F63F4-474D-4672-96DC-B82B0CD4D21A}" dt="2025-09-22T18:59:44.420" v="10" actId="790"/>
          <ac:spMkLst>
            <pc:docMk/>
            <pc:sldMk cId="0" sldId="273"/>
            <ac:spMk id="188" creationId="{00000000-0000-0000-0000-000000000000}"/>
          </ac:spMkLst>
        </pc:spChg>
        <pc:spChg chg="mod">
          <ac:chgData name="Raymond Ocampo Salazar" userId="8c5e0022-6c32-4ab7-ab0b-1a09adf74a88" providerId="ADAL" clId="{D99F63F4-474D-4672-96DC-B82B0CD4D21A}" dt="2025-09-24T04:04:04.551" v="18333" actId="114"/>
          <ac:spMkLst>
            <pc:docMk/>
            <pc:sldMk cId="0" sldId="273"/>
            <ac:spMk id="189" creationId="{00000000-0000-0000-0000-000000000000}"/>
          </ac:spMkLst>
        </pc:spChg>
      </pc:sldChg>
      <pc:sldChg chg="modSp mod">
        <pc:chgData name="Raymond Ocampo Salazar" userId="8c5e0022-6c32-4ab7-ab0b-1a09adf74a88" providerId="ADAL" clId="{D99F63F4-474D-4672-96DC-B82B0CD4D21A}" dt="2025-09-22T18:59:44.420" v="10" actId="790"/>
        <pc:sldMkLst>
          <pc:docMk/>
          <pc:sldMk cId="0" sldId="274"/>
        </pc:sldMkLst>
        <pc:spChg chg="mod">
          <ac:chgData name="Raymond Ocampo Salazar" userId="8c5e0022-6c32-4ab7-ab0b-1a09adf74a88" providerId="ADAL" clId="{D99F63F4-474D-4672-96DC-B82B0CD4D21A}" dt="2025-09-22T18:59:44.420" v="10" actId="790"/>
          <ac:spMkLst>
            <pc:docMk/>
            <pc:sldMk cId="0" sldId="274"/>
            <ac:spMk id="194" creationId="{00000000-0000-0000-0000-000000000000}"/>
          </ac:spMkLst>
        </pc:spChg>
        <pc:spChg chg="mod">
          <ac:chgData name="Raymond Ocampo Salazar" userId="8c5e0022-6c32-4ab7-ab0b-1a09adf74a88" providerId="ADAL" clId="{D99F63F4-474D-4672-96DC-B82B0CD4D21A}" dt="2025-09-22T18:59:44.420" v="10" actId="790"/>
          <ac:spMkLst>
            <pc:docMk/>
            <pc:sldMk cId="0" sldId="274"/>
            <ac:spMk id="195" creationId="{00000000-0000-0000-0000-000000000000}"/>
          </ac:spMkLst>
        </pc:spChg>
      </pc:sldChg>
      <pc:sldChg chg="modSp mod">
        <pc:chgData name="Raymond Ocampo Salazar" userId="8c5e0022-6c32-4ab7-ab0b-1a09adf74a88" providerId="ADAL" clId="{D99F63F4-474D-4672-96DC-B82B0CD4D21A}" dt="2025-09-24T04:05:50.943" v="18426" actId="20577"/>
        <pc:sldMkLst>
          <pc:docMk/>
          <pc:sldMk cId="0" sldId="275"/>
        </pc:sldMkLst>
        <pc:spChg chg="mod">
          <ac:chgData name="Raymond Ocampo Salazar" userId="8c5e0022-6c32-4ab7-ab0b-1a09adf74a88" providerId="ADAL" clId="{D99F63F4-474D-4672-96DC-B82B0CD4D21A}" dt="2025-09-22T18:59:44.420" v="10" actId="790"/>
          <ac:spMkLst>
            <pc:docMk/>
            <pc:sldMk cId="0" sldId="275"/>
            <ac:spMk id="200" creationId="{00000000-0000-0000-0000-000000000000}"/>
          </ac:spMkLst>
        </pc:spChg>
        <pc:spChg chg="mod">
          <ac:chgData name="Raymond Ocampo Salazar" userId="8c5e0022-6c32-4ab7-ab0b-1a09adf74a88" providerId="ADAL" clId="{D99F63F4-474D-4672-96DC-B82B0CD4D21A}" dt="2025-09-24T04:05:50.943" v="18426" actId="20577"/>
          <ac:spMkLst>
            <pc:docMk/>
            <pc:sldMk cId="0" sldId="275"/>
            <ac:spMk id="201" creationId="{00000000-0000-0000-0000-000000000000}"/>
          </ac:spMkLst>
        </pc:spChg>
      </pc:sldChg>
      <pc:sldChg chg="modSp mod modAnim">
        <pc:chgData name="Raymond Ocampo Salazar" userId="8c5e0022-6c32-4ab7-ab0b-1a09adf74a88" providerId="ADAL" clId="{D99F63F4-474D-4672-96DC-B82B0CD4D21A}" dt="2025-09-24T04:13:59.638" v="19378" actId="20577"/>
        <pc:sldMkLst>
          <pc:docMk/>
          <pc:sldMk cId="0" sldId="276"/>
        </pc:sldMkLst>
        <pc:spChg chg="mod">
          <ac:chgData name="Raymond Ocampo Salazar" userId="8c5e0022-6c32-4ab7-ab0b-1a09adf74a88" providerId="ADAL" clId="{D99F63F4-474D-4672-96DC-B82B0CD4D21A}" dt="2025-09-24T04:06:48.381" v="18468" actId="20577"/>
          <ac:spMkLst>
            <pc:docMk/>
            <pc:sldMk cId="0" sldId="276"/>
            <ac:spMk id="206" creationId="{00000000-0000-0000-0000-000000000000}"/>
          </ac:spMkLst>
        </pc:spChg>
        <pc:spChg chg="mod">
          <ac:chgData name="Raymond Ocampo Salazar" userId="8c5e0022-6c32-4ab7-ab0b-1a09adf74a88" providerId="ADAL" clId="{D99F63F4-474D-4672-96DC-B82B0CD4D21A}" dt="2025-09-24T04:13:59.638" v="19378" actId="20577"/>
          <ac:spMkLst>
            <pc:docMk/>
            <pc:sldMk cId="0" sldId="276"/>
            <ac:spMk id="207" creationId="{00000000-0000-0000-0000-000000000000}"/>
          </ac:spMkLst>
        </pc:spChg>
      </pc:sldChg>
      <pc:sldChg chg="modSp del mod modAnim">
        <pc:chgData name="Raymond Ocampo Salazar" userId="8c5e0022-6c32-4ab7-ab0b-1a09adf74a88" providerId="ADAL" clId="{D99F63F4-474D-4672-96DC-B82B0CD4D21A}" dt="2025-09-24T04:10:43.980" v="18865" actId="2696"/>
        <pc:sldMkLst>
          <pc:docMk/>
          <pc:sldMk cId="0" sldId="277"/>
        </pc:sldMkLst>
        <pc:spChg chg="mod">
          <ac:chgData name="Raymond Ocampo Salazar" userId="8c5e0022-6c32-4ab7-ab0b-1a09adf74a88" providerId="ADAL" clId="{D99F63F4-474D-4672-96DC-B82B0CD4D21A}" dt="2025-09-23T05:28:55.881" v="10777" actId="1076"/>
          <ac:spMkLst>
            <pc:docMk/>
            <pc:sldMk cId="0" sldId="277"/>
            <ac:spMk id="213" creationId="{00000000-0000-0000-0000-000000000000}"/>
          </ac:spMkLst>
        </pc:spChg>
      </pc:sldChg>
      <pc:sldChg chg="modSp del mod addAnim delAnim modAnim">
        <pc:chgData name="Raymond Ocampo Salazar" userId="8c5e0022-6c32-4ab7-ab0b-1a09adf74a88" providerId="ADAL" clId="{D99F63F4-474D-4672-96DC-B82B0CD4D21A}" dt="2025-09-24T04:10:43.980" v="18865" actId="2696"/>
        <pc:sldMkLst>
          <pc:docMk/>
          <pc:sldMk cId="0" sldId="278"/>
        </pc:sldMkLst>
        <pc:spChg chg="mod">
          <ac:chgData name="Raymond Ocampo Salazar" userId="8c5e0022-6c32-4ab7-ab0b-1a09adf74a88" providerId="ADAL" clId="{D99F63F4-474D-4672-96DC-B82B0CD4D21A}" dt="2025-09-23T05:02:47.865" v="7763" actId="27636"/>
          <ac:spMkLst>
            <pc:docMk/>
            <pc:sldMk cId="0" sldId="278"/>
            <ac:spMk id="218" creationId="{00000000-0000-0000-0000-000000000000}"/>
          </ac:spMkLst>
        </pc:spChg>
        <pc:spChg chg="mod">
          <ac:chgData name="Raymond Ocampo Salazar" userId="8c5e0022-6c32-4ab7-ab0b-1a09adf74a88" providerId="ADAL" clId="{D99F63F4-474D-4672-96DC-B82B0CD4D21A}" dt="2025-09-23T05:42:35.232" v="12366" actId="20577"/>
          <ac:spMkLst>
            <pc:docMk/>
            <pc:sldMk cId="0" sldId="278"/>
            <ac:spMk id="219" creationId="{00000000-0000-0000-0000-000000000000}"/>
          </ac:spMkLst>
        </pc:spChg>
      </pc:sldChg>
      <pc:sldChg chg="modSp del mod ord">
        <pc:chgData name="Raymond Ocampo Salazar" userId="8c5e0022-6c32-4ab7-ab0b-1a09adf74a88" providerId="ADAL" clId="{D99F63F4-474D-4672-96DC-B82B0CD4D21A}" dt="2025-09-24T04:10:43.980" v="18865" actId="2696"/>
        <pc:sldMkLst>
          <pc:docMk/>
          <pc:sldMk cId="0" sldId="279"/>
        </pc:sldMkLst>
      </pc:sldChg>
      <pc:sldChg chg="modSp del mod ord">
        <pc:chgData name="Raymond Ocampo Salazar" userId="8c5e0022-6c32-4ab7-ab0b-1a09adf74a88" providerId="ADAL" clId="{D99F63F4-474D-4672-96DC-B82B0CD4D21A}" dt="2025-09-24T04:10:43.980" v="18865" actId="2696"/>
        <pc:sldMkLst>
          <pc:docMk/>
          <pc:sldMk cId="0" sldId="280"/>
        </pc:sldMkLst>
      </pc:sldChg>
      <pc:sldChg chg="modSp del mod">
        <pc:chgData name="Raymond Ocampo Salazar" userId="8c5e0022-6c32-4ab7-ab0b-1a09adf74a88" providerId="ADAL" clId="{D99F63F4-474D-4672-96DC-B82B0CD4D21A}" dt="2025-09-24T04:10:43.980" v="18865" actId="2696"/>
        <pc:sldMkLst>
          <pc:docMk/>
          <pc:sldMk cId="0" sldId="281"/>
        </pc:sldMkLst>
      </pc:sldChg>
      <pc:sldChg chg="modSp del mod">
        <pc:chgData name="Raymond Ocampo Salazar" userId="8c5e0022-6c32-4ab7-ab0b-1a09adf74a88" providerId="ADAL" clId="{D99F63F4-474D-4672-96DC-B82B0CD4D21A}" dt="2025-09-24T04:10:43.980" v="18865" actId="2696"/>
        <pc:sldMkLst>
          <pc:docMk/>
          <pc:sldMk cId="0" sldId="282"/>
        </pc:sldMkLst>
        <pc:spChg chg="mod">
          <ac:chgData name="Raymond Ocampo Salazar" userId="8c5e0022-6c32-4ab7-ab0b-1a09adf74a88" providerId="ADAL" clId="{D99F63F4-474D-4672-96DC-B82B0CD4D21A}" dt="2025-09-23T06:03:47.281" v="14159" actId="27636"/>
          <ac:spMkLst>
            <pc:docMk/>
            <pc:sldMk cId="0" sldId="282"/>
            <ac:spMk id="243" creationId="{00000000-0000-0000-0000-000000000000}"/>
          </ac:spMkLst>
        </pc:spChg>
      </pc:sldChg>
      <pc:sldChg chg="modSp del mod">
        <pc:chgData name="Raymond Ocampo Salazar" userId="8c5e0022-6c32-4ab7-ab0b-1a09adf74a88" providerId="ADAL" clId="{D99F63F4-474D-4672-96DC-B82B0CD4D21A}" dt="2025-09-23T05:46:32.360" v="12919" actId="47"/>
        <pc:sldMkLst>
          <pc:docMk/>
          <pc:sldMk cId="0" sldId="283"/>
        </pc:sldMkLst>
      </pc:sldChg>
      <pc:sldChg chg="modSp mod">
        <pc:chgData name="Raymond Ocampo Salazar" userId="8c5e0022-6c32-4ab7-ab0b-1a09adf74a88" providerId="ADAL" clId="{D99F63F4-474D-4672-96DC-B82B0CD4D21A}" dt="2025-09-24T03:36:52.862" v="16122" actId="20577"/>
        <pc:sldMkLst>
          <pc:docMk/>
          <pc:sldMk cId="1544106366" sldId="298"/>
        </pc:sldMkLst>
        <pc:spChg chg="mod">
          <ac:chgData name="Raymond Ocampo Salazar" userId="8c5e0022-6c32-4ab7-ab0b-1a09adf74a88" providerId="ADAL" clId="{D99F63F4-474D-4672-96DC-B82B0CD4D21A}" dt="2025-09-22T18:59:44.420" v="10" actId="790"/>
          <ac:spMkLst>
            <pc:docMk/>
            <pc:sldMk cId="1544106366" sldId="298"/>
            <ac:spMk id="2" creationId="{148B431D-AFDA-5969-203C-EEC1157ED333}"/>
          </ac:spMkLst>
        </pc:spChg>
        <pc:spChg chg="mod">
          <ac:chgData name="Raymond Ocampo Salazar" userId="8c5e0022-6c32-4ab7-ab0b-1a09adf74a88" providerId="ADAL" clId="{D99F63F4-474D-4672-96DC-B82B0CD4D21A}" dt="2025-09-24T03:36:52.862" v="16122" actId="20577"/>
          <ac:spMkLst>
            <pc:docMk/>
            <pc:sldMk cId="1544106366" sldId="298"/>
            <ac:spMk id="3" creationId="{CEFB1551-5825-292A-48A5-998F9050B18F}"/>
          </ac:spMkLst>
        </pc:spChg>
        <pc:spChg chg="mod">
          <ac:chgData name="Raymond Ocampo Salazar" userId="8c5e0022-6c32-4ab7-ab0b-1a09adf74a88" providerId="ADAL" clId="{D99F63F4-474D-4672-96DC-B82B0CD4D21A}" dt="2025-09-22T18:59:44.420" v="10" actId="790"/>
          <ac:spMkLst>
            <pc:docMk/>
            <pc:sldMk cId="1544106366" sldId="298"/>
            <ac:spMk id="8" creationId="{46F1F2C8-798B-4CCE-A851-94AFAF350BED}"/>
          </ac:spMkLst>
        </pc:spChg>
        <pc:spChg chg="mod">
          <ac:chgData name="Raymond Ocampo Salazar" userId="8c5e0022-6c32-4ab7-ab0b-1a09adf74a88" providerId="ADAL" clId="{D99F63F4-474D-4672-96DC-B82B0CD4D21A}" dt="2025-09-22T18:59:44.420" v="10" actId="790"/>
          <ac:spMkLst>
            <pc:docMk/>
            <pc:sldMk cId="1544106366" sldId="298"/>
            <ac:spMk id="10" creationId="{755E9CD0-04B0-4A3C-B291-AD913379C713}"/>
          </ac:spMkLst>
        </pc:spChg>
        <pc:spChg chg="mod">
          <ac:chgData name="Raymond Ocampo Salazar" userId="8c5e0022-6c32-4ab7-ab0b-1a09adf74a88" providerId="ADAL" clId="{D99F63F4-474D-4672-96DC-B82B0CD4D21A}" dt="2025-09-22T18:59:44.420" v="10" actId="790"/>
          <ac:spMkLst>
            <pc:docMk/>
            <pc:sldMk cId="1544106366" sldId="298"/>
            <ac:spMk id="12" creationId="{1DD8BF3B-6066-418C-8D1A-75C5E396FC04}"/>
          </ac:spMkLst>
        </pc:spChg>
        <pc:spChg chg="mod">
          <ac:chgData name="Raymond Ocampo Salazar" userId="8c5e0022-6c32-4ab7-ab0b-1a09adf74a88" providerId="ADAL" clId="{D99F63F4-474D-4672-96DC-B82B0CD4D21A}" dt="2025-09-22T18:59:44.420" v="10" actId="790"/>
          <ac:spMkLst>
            <pc:docMk/>
            <pc:sldMk cId="1544106366" sldId="298"/>
            <ac:spMk id="14" creationId="{80BC66F9-7A74-4286-AD22-1174052CC22C}"/>
          </ac:spMkLst>
        </pc:spChg>
        <pc:spChg chg="mod">
          <ac:chgData name="Raymond Ocampo Salazar" userId="8c5e0022-6c32-4ab7-ab0b-1a09adf74a88" providerId="ADAL" clId="{D99F63F4-474D-4672-96DC-B82B0CD4D21A}" dt="2025-09-22T18:59:44.420" v="10" actId="790"/>
          <ac:spMkLst>
            <pc:docMk/>
            <pc:sldMk cId="1544106366" sldId="298"/>
            <ac:spMk id="16" creationId="{D8142CC3-2B5C-48E6-9DF0-6C8ACBAF23EF}"/>
          </ac:spMkLst>
        </pc:spChg>
        <pc:spChg chg="mod">
          <ac:chgData name="Raymond Ocampo Salazar" userId="8c5e0022-6c32-4ab7-ab0b-1a09adf74a88" providerId="ADAL" clId="{D99F63F4-474D-4672-96DC-B82B0CD4D21A}" dt="2025-09-22T18:59:44.420" v="10" actId="790"/>
          <ac:spMkLst>
            <pc:docMk/>
            <pc:sldMk cId="1544106366" sldId="298"/>
            <ac:spMk id="20" creationId="{46A89C79-8EF3-4AF9-B3D9-59A883F41C83}"/>
          </ac:spMkLst>
        </pc:spChg>
        <pc:spChg chg="mod">
          <ac:chgData name="Raymond Ocampo Salazar" userId="8c5e0022-6c32-4ab7-ab0b-1a09adf74a88" providerId="ADAL" clId="{D99F63F4-474D-4672-96DC-B82B0CD4D21A}" dt="2025-09-22T18:59:44.420" v="10" actId="790"/>
          <ac:spMkLst>
            <pc:docMk/>
            <pc:sldMk cId="1544106366" sldId="298"/>
            <ac:spMk id="22" creationId="{EFE5CE34-4543-42E5-B82C-1F3D12422CDD}"/>
          </ac:spMkLst>
        </pc:spChg>
        <pc:spChg chg="mod">
          <ac:chgData name="Raymond Ocampo Salazar" userId="8c5e0022-6c32-4ab7-ab0b-1a09adf74a88" providerId="ADAL" clId="{D99F63F4-474D-4672-96DC-B82B0CD4D21A}" dt="2025-09-22T18:59:44.420" v="10" actId="790"/>
          <ac:spMkLst>
            <pc:docMk/>
            <pc:sldMk cId="1544106366" sldId="298"/>
            <ac:spMk id="24" creationId="{72AF41FE-63D7-4695-81D2-66D2510E4486}"/>
          </ac:spMkLst>
        </pc:spChg>
      </pc:sldChg>
      <pc:sldChg chg="addSp modSp mod">
        <pc:chgData name="Raymond Ocampo Salazar" userId="8c5e0022-6c32-4ab7-ab0b-1a09adf74a88" providerId="ADAL" clId="{D99F63F4-474D-4672-96DC-B82B0CD4D21A}" dt="2025-09-24T04:03:13.428" v="18296" actId="120"/>
        <pc:sldMkLst>
          <pc:docMk/>
          <pc:sldMk cId="3239097380" sldId="299"/>
        </pc:sldMkLst>
        <pc:spChg chg="mod">
          <ac:chgData name="Raymond Ocampo Salazar" userId="8c5e0022-6c32-4ab7-ab0b-1a09adf74a88" providerId="ADAL" clId="{D99F63F4-474D-4672-96DC-B82B0CD4D21A}" dt="2025-09-24T04:03:13.428" v="18296" actId="120"/>
          <ac:spMkLst>
            <pc:docMk/>
            <pc:sldMk cId="3239097380" sldId="299"/>
            <ac:spMk id="2" creationId="{3F2DF397-518E-0A79-ED15-35328A0EA5C1}"/>
          </ac:spMkLst>
        </pc:spChg>
        <pc:spChg chg="add mod">
          <ac:chgData name="Raymond Ocampo Salazar" userId="8c5e0022-6c32-4ab7-ab0b-1a09adf74a88" providerId="ADAL" clId="{D99F63F4-474D-4672-96DC-B82B0CD4D21A}" dt="2025-09-24T04:02:55.238" v="18288" actId="20577"/>
          <ac:spMkLst>
            <pc:docMk/>
            <pc:sldMk cId="3239097380" sldId="299"/>
            <ac:spMk id="4" creationId="{269D442B-3B52-A9BF-CE4C-6A0286E41BA0}"/>
          </ac:spMkLst>
        </pc:spChg>
        <pc:spChg chg="mod">
          <ac:chgData name="Raymond Ocampo Salazar" userId="8c5e0022-6c32-4ab7-ab0b-1a09adf74a88" providerId="ADAL" clId="{D99F63F4-474D-4672-96DC-B82B0CD4D21A}" dt="2025-09-24T04:02:02.682" v="18247" actId="27636"/>
          <ac:spMkLst>
            <pc:docMk/>
            <pc:sldMk cId="3239097380" sldId="299"/>
            <ac:spMk id="5" creationId="{B53FB2DE-6983-3C6C-93FF-3B6B78C7F1B7}"/>
          </ac:spMkLst>
        </pc:spChg>
      </pc:sldChg>
      <pc:sldChg chg="modSp mod">
        <pc:chgData name="Raymond Ocampo Salazar" userId="8c5e0022-6c32-4ab7-ab0b-1a09adf74a88" providerId="ADAL" clId="{D99F63F4-474D-4672-96DC-B82B0CD4D21A}" dt="2025-09-22T18:59:44.420" v="10" actId="790"/>
        <pc:sldMkLst>
          <pc:docMk/>
          <pc:sldMk cId="1113067211" sldId="302"/>
        </pc:sldMkLst>
        <pc:spChg chg="mod">
          <ac:chgData name="Raymond Ocampo Salazar" userId="8c5e0022-6c32-4ab7-ab0b-1a09adf74a88" providerId="ADAL" clId="{D99F63F4-474D-4672-96DC-B82B0CD4D21A}" dt="2025-09-22T18:59:44.420" v="10" actId="790"/>
          <ac:spMkLst>
            <pc:docMk/>
            <pc:sldMk cId="1113067211" sldId="302"/>
            <ac:spMk id="2" creationId="{5E49DDE2-270B-1881-FD9E-34165694E1F8}"/>
          </ac:spMkLst>
        </pc:spChg>
        <pc:graphicFrameChg chg="modGraphic">
          <ac:chgData name="Raymond Ocampo Salazar" userId="8c5e0022-6c32-4ab7-ab0b-1a09adf74a88" providerId="ADAL" clId="{D99F63F4-474D-4672-96DC-B82B0CD4D21A}" dt="2025-09-22T18:59:44.420" v="10" actId="790"/>
          <ac:graphicFrameMkLst>
            <pc:docMk/>
            <pc:sldMk cId="1113067211" sldId="302"/>
            <ac:graphicFrameMk id="4" creationId="{34D6FE6B-0FB6-EC74-8106-B60B51B9107E}"/>
          </ac:graphicFrameMkLst>
        </pc:graphicFrameChg>
      </pc:sldChg>
      <pc:sldChg chg="modSp mod">
        <pc:chgData name="Raymond Ocampo Salazar" userId="8c5e0022-6c32-4ab7-ab0b-1a09adf74a88" providerId="ADAL" clId="{D99F63F4-474D-4672-96DC-B82B0CD4D21A}" dt="2025-09-22T18:59:44.420" v="10" actId="790"/>
        <pc:sldMkLst>
          <pc:docMk/>
          <pc:sldMk cId="2055632144" sldId="303"/>
        </pc:sldMkLst>
        <pc:spChg chg="mod">
          <ac:chgData name="Raymond Ocampo Salazar" userId="8c5e0022-6c32-4ab7-ab0b-1a09adf74a88" providerId="ADAL" clId="{D99F63F4-474D-4672-96DC-B82B0CD4D21A}" dt="2025-09-22T18:59:44.420" v="10" actId="790"/>
          <ac:spMkLst>
            <pc:docMk/>
            <pc:sldMk cId="2055632144" sldId="303"/>
            <ac:spMk id="2" creationId="{DECB6E34-D2AB-3426-3D5C-0117DCA71A86}"/>
          </ac:spMkLst>
        </pc:spChg>
        <pc:spChg chg="mod">
          <ac:chgData name="Raymond Ocampo Salazar" userId="8c5e0022-6c32-4ab7-ab0b-1a09adf74a88" providerId="ADAL" clId="{D99F63F4-474D-4672-96DC-B82B0CD4D21A}" dt="2025-09-22T18:59:44.420" v="10" actId="790"/>
          <ac:spMkLst>
            <pc:docMk/>
            <pc:sldMk cId="2055632144" sldId="303"/>
            <ac:spMk id="3" creationId="{D727DC5D-CED5-6657-698D-1559053BA322}"/>
          </ac:spMkLst>
        </pc:spChg>
        <pc:graphicFrameChg chg="modGraphic">
          <ac:chgData name="Raymond Ocampo Salazar" userId="8c5e0022-6c32-4ab7-ab0b-1a09adf74a88" providerId="ADAL" clId="{D99F63F4-474D-4672-96DC-B82B0CD4D21A}" dt="2025-09-22T18:59:44.420" v="10" actId="790"/>
          <ac:graphicFrameMkLst>
            <pc:docMk/>
            <pc:sldMk cId="2055632144" sldId="303"/>
            <ac:graphicFrameMk id="4" creationId="{34D6FE6B-0FB6-EC74-8106-B60B51B9107E}"/>
          </ac:graphicFrameMkLst>
        </pc:graphicFrameChg>
      </pc:sldChg>
      <pc:sldChg chg="modSp mod">
        <pc:chgData name="Raymond Ocampo Salazar" userId="8c5e0022-6c32-4ab7-ab0b-1a09adf74a88" providerId="ADAL" clId="{D99F63F4-474D-4672-96DC-B82B0CD4D21A}" dt="2025-09-22T18:59:44.420" v="10" actId="790"/>
        <pc:sldMkLst>
          <pc:docMk/>
          <pc:sldMk cId="1706963592" sldId="304"/>
        </pc:sldMkLst>
        <pc:spChg chg="mod">
          <ac:chgData name="Raymond Ocampo Salazar" userId="8c5e0022-6c32-4ab7-ab0b-1a09adf74a88" providerId="ADAL" clId="{D99F63F4-474D-4672-96DC-B82B0CD4D21A}" dt="2025-09-22T18:59:44.420" v="10" actId="790"/>
          <ac:spMkLst>
            <pc:docMk/>
            <pc:sldMk cId="1706963592" sldId="304"/>
            <ac:spMk id="3" creationId="{AD94EC47-B120-0391-E280-13904DC20020}"/>
          </ac:spMkLst>
        </pc:spChg>
        <pc:spChg chg="mod">
          <ac:chgData name="Raymond Ocampo Salazar" userId="8c5e0022-6c32-4ab7-ab0b-1a09adf74a88" providerId="ADAL" clId="{D99F63F4-474D-4672-96DC-B82B0CD4D21A}" dt="2025-09-22T18:59:44.420" v="10" actId="790"/>
          <ac:spMkLst>
            <pc:docMk/>
            <pc:sldMk cId="1706963592" sldId="304"/>
            <ac:spMk id="8" creationId="{C0B913B9-D63C-F3FE-3B87-25B3214646F1}"/>
          </ac:spMkLst>
        </pc:spChg>
        <pc:spChg chg="mod">
          <ac:chgData name="Raymond Ocampo Salazar" userId="8c5e0022-6c32-4ab7-ab0b-1a09adf74a88" providerId="ADAL" clId="{D99F63F4-474D-4672-96DC-B82B0CD4D21A}" dt="2025-09-22T18:59:44.420" v="10" actId="790"/>
          <ac:spMkLst>
            <pc:docMk/>
            <pc:sldMk cId="1706963592" sldId="304"/>
            <ac:spMk id="9" creationId="{EE2AEA90-3F21-07E9-4EAE-68896B09CED1}"/>
          </ac:spMkLst>
        </pc:spChg>
      </pc:sldChg>
      <pc:sldChg chg="modSp del mod">
        <pc:chgData name="Raymond Ocampo Salazar" userId="8c5e0022-6c32-4ab7-ab0b-1a09adf74a88" providerId="ADAL" clId="{D99F63F4-474D-4672-96DC-B82B0CD4D21A}" dt="2025-09-24T04:10:43.980" v="18865" actId="2696"/>
        <pc:sldMkLst>
          <pc:docMk/>
          <pc:sldMk cId="1719819471" sldId="305"/>
        </pc:sldMkLst>
      </pc:sldChg>
      <pc:sldChg chg="modSp mod">
        <pc:chgData name="Raymond Ocampo Salazar" userId="8c5e0022-6c32-4ab7-ab0b-1a09adf74a88" providerId="ADAL" clId="{D99F63F4-474D-4672-96DC-B82B0CD4D21A}" dt="2025-09-22T18:59:44.420" v="10" actId="790"/>
        <pc:sldMkLst>
          <pc:docMk/>
          <pc:sldMk cId="4215668425" sldId="306"/>
        </pc:sldMkLst>
        <pc:spChg chg="mod">
          <ac:chgData name="Raymond Ocampo Salazar" userId="8c5e0022-6c32-4ab7-ab0b-1a09adf74a88" providerId="ADAL" clId="{D99F63F4-474D-4672-96DC-B82B0CD4D21A}" dt="2025-09-22T18:59:44.420" v="10" actId="790"/>
          <ac:spMkLst>
            <pc:docMk/>
            <pc:sldMk cId="4215668425" sldId="306"/>
            <ac:spMk id="2" creationId="{5E49DDE2-270B-1881-FD9E-34165694E1F8}"/>
          </ac:spMkLst>
        </pc:spChg>
        <pc:graphicFrameChg chg="modGraphic">
          <ac:chgData name="Raymond Ocampo Salazar" userId="8c5e0022-6c32-4ab7-ab0b-1a09adf74a88" providerId="ADAL" clId="{D99F63F4-474D-4672-96DC-B82B0CD4D21A}" dt="2025-09-22T18:59:44.420" v="10" actId="790"/>
          <ac:graphicFrameMkLst>
            <pc:docMk/>
            <pc:sldMk cId="4215668425" sldId="306"/>
            <ac:graphicFrameMk id="4" creationId="{34D6FE6B-0FB6-EC74-8106-B60B51B9107E}"/>
          </ac:graphicFrameMkLst>
        </pc:graphicFrameChg>
      </pc:sldChg>
      <pc:sldChg chg="modSp mod">
        <pc:chgData name="Raymond Ocampo Salazar" userId="8c5e0022-6c32-4ab7-ab0b-1a09adf74a88" providerId="ADAL" clId="{D99F63F4-474D-4672-96DC-B82B0CD4D21A}" dt="2025-09-22T18:59:44.420" v="10" actId="790"/>
        <pc:sldMkLst>
          <pc:docMk/>
          <pc:sldMk cId="1695600458" sldId="308"/>
        </pc:sldMkLst>
        <pc:spChg chg="mod">
          <ac:chgData name="Raymond Ocampo Salazar" userId="8c5e0022-6c32-4ab7-ab0b-1a09adf74a88" providerId="ADAL" clId="{D99F63F4-474D-4672-96DC-B82B0CD4D21A}" dt="2025-09-22T18:59:44.420" v="10" actId="790"/>
          <ac:spMkLst>
            <pc:docMk/>
            <pc:sldMk cId="1695600458" sldId="308"/>
            <ac:spMk id="2" creationId="{DECB6E34-D2AB-3426-3D5C-0117DCA71A86}"/>
          </ac:spMkLst>
        </pc:spChg>
        <pc:spChg chg="mod">
          <ac:chgData name="Raymond Ocampo Salazar" userId="8c5e0022-6c32-4ab7-ab0b-1a09adf74a88" providerId="ADAL" clId="{D99F63F4-474D-4672-96DC-B82B0CD4D21A}" dt="2025-09-22T18:59:44.420" v="10" actId="790"/>
          <ac:spMkLst>
            <pc:docMk/>
            <pc:sldMk cId="1695600458" sldId="308"/>
            <ac:spMk id="3" creationId="{D727DC5D-CED5-6657-698D-1559053BA322}"/>
          </ac:spMkLst>
        </pc:spChg>
        <pc:graphicFrameChg chg="modGraphic">
          <ac:chgData name="Raymond Ocampo Salazar" userId="8c5e0022-6c32-4ab7-ab0b-1a09adf74a88" providerId="ADAL" clId="{D99F63F4-474D-4672-96DC-B82B0CD4D21A}" dt="2025-09-22T18:59:44.420" v="10" actId="790"/>
          <ac:graphicFrameMkLst>
            <pc:docMk/>
            <pc:sldMk cId="1695600458" sldId="308"/>
            <ac:graphicFrameMk id="4" creationId="{34D6FE6B-0FB6-EC74-8106-B60B51B9107E}"/>
          </ac:graphicFrameMkLst>
        </pc:graphicFrameChg>
      </pc:sldChg>
      <pc:sldChg chg="new del">
        <pc:chgData name="Raymond Ocampo Salazar" userId="8c5e0022-6c32-4ab7-ab0b-1a09adf74a88" providerId="ADAL" clId="{D99F63F4-474D-4672-96DC-B82B0CD4D21A}" dt="2025-09-22T23:29:48.576" v="1880" actId="680"/>
        <pc:sldMkLst>
          <pc:docMk/>
          <pc:sldMk cId="47655061" sldId="309"/>
        </pc:sldMkLst>
      </pc:sldChg>
      <pc:sldChg chg="addSp delSp modSp new del mod modClrScheme chgLayout">
        <pc:chgData name="Raymond Ocampo Salazar" userId="8c5e0022-6c32-4ab7-ab0b-1a09adf74a88" providerId="ADAL" clId="{D99F63F4-474D-4672-96DC-B82B0CD4D21A}" dt="2025-09-24T04:10:43.980" v="18865" actId="2696"/>
        <pc:sldMkLst>
          <pc:docMk/>
          <pc:sldMk cId="916700137" sldId="309"/>
        </pc:sldMkLst>
      </pc:sldChg>
      <pc:sldChg chg="addSp delSp modSp new del mod modClrScheme chgLayout">
        <pc:chgData name="Raymond Ocampo Salazar" userId="8c5e0022-6c32-4ab7-ab0b-1a09adf74a88" providerId="ADAL" clId="{D99F63F4-474D-4672-96DC-B82B0CD4D21A}" dt="2025-09-24T04:10:43.980" v="18865" actId="2696"/>
        <pc:sldMkLst>
          <pc:docMk/>
          <pc:sldMk cId="1540282456" sldId="310"/>
        </pc:sldMkLst>
      </pc:sldChg>
      <pc:sldChg chg="new del">
        <pc:chgData name="Raymond Ocampo Salazar" userId="8c5e0022-6c32-4ab7-ab0b-1a09adf74a88" providerId="ADAL" clId="{D99F63F4-474D-4672-96DC-B82B0CD4D21A}" dt="2025-09-23T03:34:43.514" v="3669" actId="47"/>
        <pc:sldMkLst>
          <pc:docMk/>
          <pc:sldMk cId="4075497226" sldId="311"/>
        </pc:sldMkLst>
      </pc:sldChg>
      <pc:sldChg chg="modSp add mod ord">
        <pc:chgData name="Raymond Ocampo Salazar" userId="8c5e0022-6c32-4ab7-ab0b-1a09adf74a88" providerId="ADAL" clId="{D99F63F4-474D-4672-96DC-B82B0CD4D21A}" dt="2025-09-24T03:46:33.259" v="17316" actId="113"/>
        <pc:sldMkLst>
          <pc:docMk/>
          <pc:sldMk cId="744522155" sldId="312"/>
        </pc:sldMkLst>
        <pc:spChg chg="mod">
          <ac:chgData name="Raymond Ocampo Salazar" userId="8c5e0022-6c32-4ab7-ab0b-1a09adf74a88" providerId="ADAL" clId="{D99F63F4-474D-4672-96DC-B82B0CD4D21A}" dt="2025-09-24T03:46:33.259" v="17316" actId="113"/>
          <ac:spMkLst>
            <pc:docMk/>
            <pc:sldMk cId="744522155" sldId="312"/>
            <ac:spMk id="95" creationId="{B787C8F7-26F7-F438-1DB7-B5F4718DE57E}"/>
          </ac:spMkLst>
        </pc:spChg>
        <pc:spChg chg="mod">
          <ac:chgData name="Raymond Ocampo Salazar" userId="8c5e0022-6c32-4ab7-ab0b-1a09adf74a88" providerId="ADAL" clId="{D99F63F4-474D-4672-96DC-B82B0CD4D21A}" dt="2025-09-24T03:37:26.982" v="16136" actId="27636"/>
          <ac:spMkLst>
            <pc:docMk/>
            <pc:sldMk cId="744522155" sldId="312"/>
            <ac:spMk id="96" creationId="{8836E0AB-626B-C6CF-7578-8ECCDB9DF680}"/>
          </ac:spMkLst>
        </pc:spChg>
        <pc:spChg chg="mod">
          <ac:chgData name="Raymond Ocampo Salazar" userId="8c5e0022-6c32-4ab7-ab0b-1a09adf74a88" providerId="ADAL" clId="{D99F63F4-474D-4672-96DC-B82B0CD4D21A}" dt="2025-09-23T04:20:25.257" v="7759" actId="20577"/>
          <ac:spMkLst>
            <pc:docMk/>
            <pc:sldMk cId="744522155" sldId="312"/>
            <ac:spMk id="97" creationId="{47A62E49-3BBE-E7D8-5C17-1A19C53E0B2E}"/>
          </ac:spMkLst>
        </pc:spChg>
      </pc:sldChg>
      <pc:sldChg chg="modSp add mod ord">
        <pc:chgData name="Raymond Ocampo Salazar" userId="8c5e0022-6c32-4ab7-ab0b-1a09adf74a88" providerId="ADAL" clId="{D99F63F4-474D-4672-96DC-B82B0CD4D21A}" dt="2025-09-24T03:37:34.678" v="16140" actId="20577"/>
        <pc:sldMkLst>
          <pc:docMk/>
          <pc:sldMk cId="1069501932" sldId="313"/>
        </pc:sldMkLst>
        <pc:spChg chg="mod">
          <ac:chgData name="Raymond Ocampo Salazar" userId="8c5e0022-6c32-4ab7-ab0b-1a09adf74a88" providerId="ADAL" clId="{D99F63F4-474D-4672-96DC-B82B0CD4D21A}" dt="2025-09-24T03:37:34.678" v="16140" actId="20577"/>
          <ac:spMkLst>
            <pc:docMk/>
            <pc:sldMk cId="1069501932" sldId="313"/>
            <ac:spMk id="102" creationId="{F7FEEACB-A923-310D-93DB-0A2E329B2B13}"/>
          </ac:spMkLst>
        </pc:spChg>
        <pc:spChg chg="mod">
          <ac:chgData name="Raymond Ocampo Salazar" userId="8c5e0022-6c32-4ab7-ab0b-1a09adf74a88" providerId="ADAL" clId="{D99F63F4-474D-4672-96DC-B82B0CD4D21A}" dt="2025-09-24T03:37:32.273" v="16138" actId="27636"/>
          <ac:spMkLst>
            <pc:docMk/>
            <pc:sldMk cId="1069501932" sldId="313"/>
            <ac:spMk id="103" creationId="{BADC89C5-954B-930E-F169-A4CE26A699E1}"/>
          </ac:spMkLst>
        </pc:spChg>
        <pc:spChg chg="mod">
          <ac:chgData name="Raymond Ocampo Salazar" userId="8c5e0022-6c32-4ab7-ab0b-1a09adf74a88" providerId="ADAL" clId="{D99F63F4-474D-4672-96DC-B82B0CD4D21A}" dt="2025-09-23T04:10:52.274" v="7681" actId="20577"/>
          <ac:spMkLst>
            <pc:docMk/>
            <pc:sldMk cId="1069501932" sldId="313"/>
            <ac:spMk id="104" creationId="{6A814EA3-C7C9-920E-1633-CB08C4E4570D}"/>
          </ac:spMkLst>
        </pc:spChg>
      </pc:sldChg>
      <pc:sldChg chg="new del">
        <pc:chgData name="Raymond Ocampo Salazar" userId="8c5e0022-6c32-4ab7-ab0b-1a09adf74a88" providerId="ADAL" clId="{D99F63F4-474D-4672-96DC-B82B0CD4D21A}" dt="2025-09-23T05:03:00.422" v="7767" actId="680"/>
        <pc:sldMkLst>
          <pc:docMk/>
          <pc:sldMk cId="490221551" sldId="314"/>
        </pc:sldMkLst>
      </pc:sldChg>
      <pc:sldChg chg="modSp add del mod modAnim">
        <pc:chgData name="Raymond Ocampo Salazar" userId="8c5e0022-6c32-4ab7-ab0b-1a09adf74a88" providerId="ADAL" clId="{D99F63F4-474D-4672-96DC-B82B0CD4D21A}" dt="2025-09-24T04:10:43.980" v="18865" actId="2696"/>
        <pc:sldMkLst>
          <pc:docMk/>
          <pc:sldMk cId="733125996" sldId="314"/>
        </pc:sldMkLst>
        <pc:spChg chg="mod">
          <ac:chgData name="Raymond Ocampo Salazar" userId="8c5e0022-6c32-4ab7-ab0b-1a09adf74a88" providerId="ADAL" clId="{D99F63F4-474D-4672-96DC-B82B0CD4D21A}" dt="2025-09-23T05:45:43.705" v="12914" actId="20577"/>
          <ac:spMkLst>
            <pc:docMk/>
            <pc:sldMk cId="733125996" sldId="314"/>
            <ac:spMk id="219" creationId="{50AA4EF2-60FB-D4E3-62EA-081FC0E67085}"/>
          </ac:spMkLst>
        </pc:spChg>
      </pc:sldChg>
      <pc:sldChg chg="modSp add del mod ord modAnim">
        <pc:chgData name="Raymond Ocampo Salazar" userId="8c5e0022-6c32-4ab7-ab0b-1a09adf74a88" providerId="ADAL" clId="{D99F63F4-474D-4672-96DC-B82B0CD4D21A}" dt="2025-09-24T04:10:43.980" v="18865" actId="2696"/>
        <pc:sldMkLst>
          <pc:docMk/>
          <pc:sldMk cId="2556719041" sldId="315"/>
        </pc:sldMkLst>
        <pc:spChg chg="mod">
          <ac:chgData name="Raymond Ocampo Salazar" userId="8c5e0022-6c32-4ab7-ab0b-1a09adf74a88" providerId="ADAL" clId="{D99F63F4-474D-4672-96DC-B82B0CD4D21A}" dt="2025-09-23T05:19:34.052" v="9813" actId="20577"/>
          <ac:spMkLst>
            <pc:docMk/>
            <pc:sldMk cId="2556719041" sldId="315"/>
            <ac:spMk id="213" creationId="{D0E34B9C-8A07-EF26-EEB1-DCD371AD1A91}"/>
          </ac:spMkLst>
        </pc:spChg>
      </pc:sldChg>
      <pc:sldChg chg="addSp delSp modSp new del mod ord modClrScheme chgLayout">
        <pc:chgData name="Raymond Ocampo Salazar" userId="8c5e0022-6c32-4ab7-ab0b-1a09adf74a88" providerId="ADAL" clId="{D99F63F4-474D-4672-96DC-B82B0CD4D21A}" dt="2025-09-24T04:10:43.980" v="18865" actId="2696"/>
        <pc:sldMkLst>
          <pc:docMk/>
          <pc:sldMk cId="3240029739" sldId="316"/>
        </pc:sldMkLst>
        <pc:spChg chg="del mod ord">
          <ac:chgData name="Raymond Ocampo Salazar" userId="8c5e0022-6c32-4ab7-ab0b-1a09adf74a88" providerId="ADAL" clId="{D99F63F4-474D-4672-96DC-B82B0CD4D21A}" dt="2025-09-23T05:29:29.316" v="10781" actId="700"/>
          <ac:spMkLst>
            <pc:docMk/>
            <pc:sldMk cId="3240029739" sldId="316"/>
            <ac:spMk id="2" creationId="{F526B05A-BA80-01DF-9F1E-8C1908502E83}"/>
          </ac:spMkLst>
        </pc:spChg>
        <pc:spChg chg="del mod ord">
          <ac:chgData name="Raymond Ocampo Salazar" userId="8c5e0022-6c32-4ab7-ab0b-1a09adf74a88" providerId="ADAL" clId="{D99F63F4-474D-4672-96DC-B82B0CD4D21A}" dt="2025-09-23T05:29:29.316" v="10781" actId="700"/>
          <ac:spMkLst>
            <pc:docMk/>
            <pc:sldMk cId="3240029739" sldId="316"/>
            <ac:spMk id="3" creationId="{AC26C551-2A4E-5384-F21A-AFF897F1FEEE}"/>
          </ac:spMkLst>
        </pc:spChg>
        <pc:spChg chg="del">
          <ac:chgData name="Raymond Ocampo Salazar" userId="8c5e0022-6c32-4ab7-ab0b-1a09adf74a88" providerId="ADAL" clId="{D99F63F4-474D-4672-96DC-B82B0CD4D21A}" dt="2025-09-23T05:29:29.316" v="10781" actId="700"/>
          <ac:spMkLst>
            <pc:docMk/>
            <pc:sldMk cId="3240029739" sldId="316"/>
            <ac:spMk id="4" creationId="{D7ED8E8A-7AF0-324D-96D0-0D85509E92AC}"/>
          </ac:spMkLst>
        </pc:spChg>
        <pc:spChg chg="add del">
          <ac:chgData name="Raymond Ocampo Salazar" userId="8c5e0022-6c32-4ab7-ab0b-1a09adf74a88" providerId="ADAL" clId="{D99F63F4-474D-4672-96DC-B82B0CD4D21A}" dt="2025-09-23T05:29:24.537" v="10780" actId="22"/>
          <ac:spMkLst>
            <pc:docMk/>
            <pc:sldMk cId="3240029739" sldId="316"/>
            <ac:spMk id="6" creationId="{BE45DC1E-4B10-3D42-8533-E42CE90D7771}"/>
          </ac:spMkLst>
        </pc:spChg>
        <pc:spChg chg="add mod ord">
          <ac:chgData name="Raymond Ocampo Salazar" userId="8c5e0022-6c32-4ab7-ab0b-1a09adf74a88" providerId="ADAL" clId="{D99F63F4-474D-4672-96DC-B82B0CD4D21A}" dt="2025-09-23T05:29:49.500" v="10803" actId="27636"/>
          <ac:spMkLst>
            <pc:docMk/>
            <pc:sldMk cId="3240029739" sldId="316"/>
            <ac:spMk id="7" creationId="{A1C37885-BA8C-826F-ABA2-0096C084B4B0}"/>
          </ac:spMkLst>
        </pc:spChg>
        <pc:spChg chg="add mod ord">
          <ac:chgData name="Raymond Ocampo Salazar" userId="8c5e0022-6c32-4ab7-ab0b-1a09adf74a88" providerId="ADAL" clId="{D99F63F4-474D-4672-96DC-B82B0CD4D21A}" dt="2025-09-23T05:36:01.661" v="11756" actId="123"/>
          <ac:spMkLst>
            <pc:docMk/>
            <pc:sldMk cId="3240029739" sldId="316"/>
            <ac:spMk id="8" creationId="{BB46DCB4-5D20-4543-E466-30F669899AE1}"/>
          </ac:spMkLst>
        </pc:spChg>
      </pc:sldChg>
      <pc:sldChg chg="addSp delSp modSp new mod modClrScheme chgLayout">
        <pc:chgData name="Raymond Ocampo Salazar" userId="8c5e0022-6c32-4ab7-ab0b-1a09adf74a88" providerId="ADAL" clId="{D99F63F4-474D-4672-96DC-B82B0CD4D21A}" dt="2025-09-23T18:01:33.384" v="15653" actId="20577"/>
        <pc:sldMkLst>
          <pc:docMk/>
          <pc:sldMk cId="3792452159" sldId="317"/>
        </pc:sldMkLst>
        <pc:spChg chg="del mod ord">
          <ac:chgData name="Raymond Ocampo Salazar" userId="8c5e0022-6c32-4ab7-ab0b-1a09adf74a88" providerId="ADAL" clId="{D99F63F4-474D-4672-96DC-B82B0CD4D21A}" dt="2025-09-23T17:45:41.057" v="14161" actId="700"/>
          <ac:spMkLst>
            <pc:docMk/>
            <pc:sldMk cId="3792452159" sldId="317"/>
            <ac:spMk id="2" creationId="{CE96F559-D93C-0446-71BC-B4E77873D497}"/>
          </ac:spMkLst>
        </pc:spChg>
        <pc:spChg chg="del mod ord">
          <ac:chgData name="Raymond Ocampo Salazar" userId="8c5e0022-6c32-4ab7-ab0b-1a09adf74a88" providerId="ADAL" clId="{D99F63F4-474D-4672-96DC-B82B0CD4D21A}" dt="2025-09-23T17:45:41.057" v="14161" actId="700"/>
          <ac:spMkLst>
            <pc:docMk/>
            <pc:sldMk cId="3792452159" sldId="317"/>
            <ac:spMk id="3" creationId="{21E73477-D7B6-57E8-830C-5940432D62CF}"/>
          </ac:spMkLst>
        </pc:spChg>
        <pc:spChg chg="del">
          <ac:chgData name="Raymond Ocampo Salazar" userId="8c5e0022-6c32-4ab7-ab0b-1a09adf74a88" providerId="ADAL" clId="{D99F63F4-474D-4672-96DC-B82B0CD4D21A}" dt="2025-09-23T17:45:41.057" v="14161" actId="700"/>
          <ac:spMkLst>
            <pc:docMk/>
            <pc:sldMk cId="3792452159" sldId="317"/>
            <ac:spMk id="4" creationId="{D5046CE1-A756-4BC8-6A50-5482FC0CD124}"/>
          </ac:spMkLst>
        </pc:spChg>
        <pc:spChg chg="add mod ord">
          <ac:chgData name="Raymond Ocampo Salazar" userId="8c5e0022-6c32-4ab7-ab0b-1a09adf74a88" providerId="ADAL" clId="{D99F63F4-474D-4672-96DC-B82B0CD4D21A}" dt="2025-09-23T17:58:05.990" v="15627" actId="20577"/>
          <ac:spMkLst>
            <pc:docMk/>
            <pc:sldMk cId="3792452159" sldId="317"/>
            <ac:spMk id="5" creationId="{9E66B133-A3C3-727C-963E-9125CB54DB6E}"/>
          </ac:spMkLst>
        </pc:spChg>
        <pc:spChg chg="add mod ord">
          <ac:chgData name="Raymond Ocampo Salazar" userId="8c5e0022-6c32-4ab7-ab0b-1a09adf74a88" providerId="ADAL" clId="{D99F63F4-474D-4672-96DC-B82B0CD4D21A}" dt="2025-09-23T18:01:33.384" v="15653" actId="20577"/>
          <ac:spMkLst>
            <pc:docMk/>
            <pc:sldMk cId="3792452159" sldId="317"/>
            <ac:spMk id="6" creationId="{F693BEAB-0B28-67F3-A527-EC464D42AAF8}"/>
          </ac:spMkLst>
        </pc:spChg>
      </pc:sldChg>
      <pc:sldChg chg="modSp new mod">
        <pc:chgData name="Raymond Ocampo Salazar" userId="8c5e0022-6c32-4ab7-ab0b-1a09adf74a88" providerId="ADAL" clId="{D99F63F4-474D-4672-96DC-B82B0CD4D21A}" dt="2025-09-24T03:50:50.254" v="17432" actId="14100"/>
        <pc:sldMkLst>
          <pc:docMk/>
          <pc:sldMk cId="3273636023" sldId="318"/>
        </pc:sldMkLst>
        <pc:spChg chg="mod">
          <ac:chgData name="Raymond Ocampo Salazar" userId="8c5e0022-6c32-4ab7-ab0b-1a09adf74a88" providerId="ADAL" clId="{D99F63F4-474D-4672-96DC-B82B0CD4D21A}" dt="2025-09-24T01:46:30.431" v="16058" actId="20577"/>
          <ac:spMkLst>
            <pc:docMk/>
            <pc:sldMk cId="3273636023" sldId="318"/>
            <ac:spMk id="2" creationId="{5E9B909C-B6F8-DA0D-F28D-427A5B94B0C0}"/>
          </ac:spMkLst>
        </pc:spChg>
        <pc:spChg chg="mod">
          <ac:chgData name="Raymond Ocampo Salazar" userId="8c5e0022-6c32-4ab7-ab0b-1a09adf74a88" providerId="ADAL" clId="{D99F63F4-474D-4672-96DC-B82B0CD4D21A}" dt="2025-09-24T03:50:50.254" v="17432" actId="14100"/>
          <ac:spMkLst>
            <pc:docMk/>
            <pc:sldMk cId="3273636023" sldId="318"/>
            <ac:spMk id="3" creationId="{53E9DE4B-983C-7D76-799F-86352EE50807}"/>
          </ac:spMkLst>
        </pc:spChg>
        <pc:spChg chg="mod">
          <ac:chgData name="Raymond Ocampo Salazar" userId="8c5e0022-6c32-4ab7-ab0b-1a09adf74a88" providerId="ADAL" clId="{D99F63F4-474D-4672-96DC-B82B0CD4D21A}" dt="2025-09-24T03:50:45.278" v="17430" actId="27636"/>
          <ac:spMkLst>
            <pc:docMk/>
            <pc:sldMk cId="3273636023" sldId="318"/>
            <ac:spMk id="4" creationId="{6B01E338-7D02-20EA-2DBE-B93264B6B8C4}"/>
          </ac:spMkLst>
        </pc:spChg>
      </pc:sldChg>
      <pc:sldChg chg="new del">
        <pc:chgData name="Raymond Ocampo Salazar" userId="8c5e0022-6c32-4ab7-ab0b-1a09adf74a88" providerId="ADAL" clId="{D99F63F4-474D-4672-96DC-B82B0CD4D21A}" dt="2025-09-23T18:06:38.847" v="15968" actId="47"/>
        <pc:sldMkLst>
          <pc:docMk/>
          <pc:sldMk cId="685099061" sldId="319"/>
        </pc:sldMkLst>
      </pc:sldChg>
      <pc:sldChg chg="modSp add del mod ord">
        <pc:chgData name="Raymond Ocampo Salazar" userId="8c5e0022-6c32-4ab7-ab0b-1a09adf74a88" providerId="ADAL" clId="{D99F63F4-474D-4672-96DC-B82B0CD4D21A}" dt="2025-09-24T04:10:43.980" v="18865" actId="2696"/>
        <pc:sldMkLst>
          <pc:docMk/>
          <pc:sldMk cId="85235244" sldId="320"/>
        </pc:sldMkLst>
        <pc:spChg chg="mod">
          <ac:chgData name="Raymond Ocampo Salazar" userId="8c5e0022-6c32-4ab7-ab0b-1a09adf74a88" providerId="ADAL" clId="{D99F63F4-474D-4672-96DC-B82B0CD4D21A}" dt="2025-09-23T18:06:14.910" v="15967" actId="20577"/>
          <ac:spMkLst>
            <pc:docMk/>
            <pc:sldMk cId="85235244" sldId="320"/>
            <ac:spMk id="5" creationId="{6D54EB9B-34EE-7F20-B709-198C947F9496}"/>
          </ac:spMkLst>
        </pc:spChg>
        <pc:spChg chg="mod">
          <ac:chgData name="Raymond Ocampo Salazar" userId="8c5e0022-6c32-4ab7-ab0b-1a09adf74a88" providerId="ADAL" clId="{D99F63F4-474D-4672-96DC-B82B0CD4D21A}" dt="2025-09-23T18:07:35.783" v="16038" actId="20577"/>
          <ac:spMkLst>
            <pc:docMk/>
            <pc:sldMk cId="85235244" sldId="320"/>
            <ac:spMk id="6" creationId="{E810504C-265B-91C7-2A65-B35EFC14845B}"/>
          </ac:spMkLst>
        </pc:spChg>
      </pc:sldChg>
      <pc:sldChg chg="addSp delSp modSp new mod modClrScheme chgLayout">
        <pc:chgData name="Raymond Ocampo Salazar" userId="8c5e0022-6c32-4ab7-ab0b-1a09adf74a88" providerId="ADAL" clId="{D99F63F4-474D-4672-96DC-B82B0CD4D21A}" dt="2025-09-24T03:46:20.232" v="17312" actId="20577"/>
        <pc:sldMkLst>
          <pc:docMk/>
          <pc:sldMk cId="2072285137" sldId="321"/>
        </pc:sldMkLst>
        <pc:spChg chg="del mod ord">
          <ac:chgData name="Raymond Ocampo Salazar" userId="8c5e0022-6c32-4ab7-ab0b-1a09adf74a88" providerId="ADAL" clId="{D99F63F4-474D-4672-96DC-B82B0CD4D21A}" dt="2025-09-24T03:37:16.037" v="16124" actId="700"/>
          <ac:spMkLst>
            <pc:docMk/>
            <pc:sldMk cId="2072285137" sldId="321"/>
            <ac:spMk id="2" creationId="{93013771-9B90-A1EA-E4F3-995002A8D1C2}"/>
          </ac:spMkLst>
        </pc:spChg>
        <pc:spChg chg="del mod ord">
          <ac:chgData name="Raymond Ocampo Salazar" userId="8c5e0022-6c32-4ab7-ab0b-1a09adf74a88" providerId="ADAL" clId="{D99F63F4-474D-4672-96DC-B82B0CD4D21A}" dt="2025-09-24T03:37:16.037" v="16124" actId="700"/>
          <ac:spMkLst>
            <pc:docMk/>
            <pc:sldMk cId="2072285137" sldId="321"/>
            <ac:spMk id="3" creationId="{5CCB0878-ED95-4CC2-CBF7-E1FD2295B234}"/>
          </ac:spMkLst>
        </pc:spChg>
        <pc:spChg chg="del">
          <ac:chgData name="Raymond Ocampo Salazar" userId="8c5e0022-6c32-4ab7-ab0b-1a09adf74a88" providerId="ADAL" clId="{D99F63F4-474D-4672-96DC-B82B0CD4D21A}" dt="2025-09-24T03:37:16.037" v="16124" actId="700"/>
          <ac:spMkLst>
            <pc:docMk/>
            <pc:sldMk cId="2072285137" sldId="321"/>
            <ac:spMk id="4" creationId="{0EC7F9B8-8AF9-E163-820C-7FC2B3F469B6}"/>
          </ac:spMkLst>
        </pc:spChg>
        <pc:spChg chg="add mod ord">
          <ac:chgData name="Raymond Ocampo Salazar" userId="8c5e0022-6c32-4ab7-ab0b-1a09adf74a88" providerId="ADAL" clId="{D99F63F4-474D-4672-96DC-B82B0CD4D21A}" dt="2025-09-24T03:37:45.407" v="16151" actId="120"/>
          <ac:spMkLst>
            <pc:docMk/>
            <pc:sldMk cId="2072285137" sldId="321"/>
            <ac:spMk id="5" creationId="{47A058B9-1242-DAEC-4FB6-5AB59543D5E1}"/>
          </ac:spMkLst>
        </pc:spChg>
        <pc:spChg chg="add mod ord">
          <ac:chgData name="Raymond Ocampo Salazar" userId="8c5e0022-6c32-4ab7-ab0b-1a09adf74a88" providerId="ADAL" clId="{D99F63F4-474D-4672-96DC-B82B0CD4D21A}" dt="2025-09-24T03:45:56.430" v="17219" actId="1076"/>
          <ac:spMkLst>
            <pc:docMk/>
            <pc:sldMk cId="2072285137" sldId="321"/>
            <ac:spMk id="6" creationId="{058EB364-4BF8-227E-F44C-A30267AD0EE0}"/>
          </ac:spMkLst>
        </pc:spChg>
        <pc:spChg chg="add mod">
          <ac:chgData name="Raymond Ocampo Salazar" userId="8c5e0022-6c32-4ab7-ab0b-1a09adf74a88" providerId="ADAL" clId="{D99F63F4-474D-4672-96DC-B82B0CD4D21A}" dt="2025-09-24T03:46:20.232" v="17312" actId="20577"/>
          <ac:spMkLst>
            <pc:docMk/>
            <pc:sldMk cId="2072285137" sldId="321"/>
            <ac:spMk id="8" creationId="{F011CA09-62D0-18FE-C9FE-4CCD454F9709}"/>
          </ac:spMkLst>
        </pc:spChg>
      </pc:sldChg>
      <pc:sldMasterChg chg="delSldLayout">
        <pc:chgData name="Raymond Ocampo Salazar" userId="8c5e0022-6c32-4ab7-ab0b-1a09adf74a88" providerId="ADAL" clId="{D99F63F4-474D-4672-96DC-B82B0CD4D21A}" dt="2025-09-24T04:10:43.980" v="18865" actId="2696"/>
        <pc:sldMasterMkLst>
          <pc:docMk/>
          <pc:sldMasterMk cId="0" sldId="2147483648"/>
        </pc:sldMasterMkLst>
        <pc:sldLayoutChg chg="del">
          <pc:chgData name="Raymond Ocampo Salazar" userId="8c5e0022-6c32-4ab7-ab0b-1a09adf74a88" providerId="ADAL" clId="{D99F63F4-474D-4672-96DC-B82B0CD4D21A}" dt="2025-09-24T04:10:43.980" v="18865" actId="2696"/>
          <pc:sldLayoutMkLst>
            <pc:docMk/>
            <pc:sldMasterMk cId="0" sldId="2147483648"/>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42C64FE-3EC3-1590-1E0A-E2EC7D167341}"/>
            </a:ext>
          </a:extLst>
        </p:cNvPr>
        <p:cNvGrpSpPr/>
        <p:nvPr/>
      </p:nvGrpSpPr>
      <p:grpSpPr>
        <a:xfrm>
          <a:off x="0" y="0"/>
          <a:ext cx="0" cy="0"/>
          <a:chOff x="0" y="0"/>
          <a:chExt cx="0" cy="0"/>
        </a:xfrm>
      </p:grpSpPr>
      <p:sp>
        <p:nvSpPr>
          <p:cNvPr id="92" name="Google Shape;92;p3:notes">
            <a:extLst>
              <a:ext uri="{FF2B5EF4-FFF2-40B4-BE49-F238E27FC236}">
                <a16:creationId xmlns:a16="http://schemas.microsoft.com/office/drawing/2014/main" id="{6CFE566E-32C1-1167-2ACA-A39846D57A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a:extLst>
              <a:ext uri="{FF2B5EF4-FFF2-40B4-BE49-F238E27FC236}">
                <a16:creationId xmlns:a16="http://schemas.microsoft.com/office/drawing/2014/main" id="{407F0675-6D21-3C02-7C23-144965888EC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4282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B0B7A7A-4E21-18EC-FCAF-4F983A2ACB5E}"/>
            </a:ext>
          </a:extLst>
        </p:cNvPr>
        <p:cNvGrpSpPr/>
        <p:nvPr/>
      </p:nvGrpSpPr>
      <p:grpSpPr>
        <a:xfrm>
          <a:off x="0" y="0"/>
          <a:ext cx="0" cy="0"/>
          <a:chOff x="0" y="0"/>
          <a:chExt cx="0" cy="0"/>
        </a:xfrm>
      </p:grpSpPr>
      <p:sp>
        <p:nvSpPr>
          <p:cNvPr id="99" name="Google Shape;99;p4:notes">
            <a:extLst>
              <a:ext uri="{FF2B5EF4-FFF2-40B4-BE49-F238E27FC236}">
                <a16:creationId xmlns:a16="http://schemas.microsoft.com/office/drawing/2014/main" id="{C36D2918-2032-5141-5A46-9D13589C4D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a:extLst>
              <a:ext uri="{FF2B5EF4-FFF2-40B4-BE49-F238E27FC236}">
                <a16:creationId xmlns:a16="http://schemas.microsoft.com/office/drawing/2014/main" id="{6BFC641C-2DB2-3E99-F776-E39662CEAC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2273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0" name="Google Shape;20;p3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1" name="Google Shape;21;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3" name="Google Shape;3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9"/>
          <p:cNvSpPr>
            <a:spLocks noGrp="1"/>
          </p:cNvSpPr>
          <p:nvPr>
            <p:ph type="pic" idx="2"/>
          </p:nvPr>
        </p:nvSpPr>
        <p:spPr>
          <a:xfrm>
            <a:off x="1792288" y="612775"/>
            <a:ext cx="5486400" cy="4114800"/>
          </a:xfrm>
          <a:prstGeom prst="rect">
            <a:avLst/>
          </a:prstGeom>
          <a:noFill/>
          <a:ln>
            <a:noFill/>
          </a:ln>
        </p:spPr>
      </p:sp>
      <p:sp>
        <p:nvSpPr>
          <p:cNvPr id="64" name="Google Shape;64;p3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90"/>
        <p:cNvGrpSpPr/>
        <p:nvPr/>
      </p:nvGrpSpPr>
      <p:grpSpPr>
        <a:xfrm>
          <a:off x="0" y="0"/>
          <a:ext cx="0" cy="0"/>
          <a:chOff x="0" y="0"/>
          <a:chExt cx="0" cy="0"/>
        </a:xfrm>
      </p:grpSpPr>
      <p:sp>
        <p:nvSpPr>
          <p:cNvPr id="91" name="Google Shape;9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304835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6"/>
        <p:cNvGrpSpPr/>
        <p:nvPr/>
      </p:nvGrpSpPr>
      <p:grpSpPr>
        <a:xfrm>
          <a:off x="0" y="0"/>
          <a:ext cx="0" cy="0"/>
          <a:chOff x="0" y="0"/>
          <a:chExt cx="0" cy="0"/>
        </a:xfrm>
      </p:grpSpPr>
      <p:sp>
        <p:nvSpPr>
          <p:cNvPr id="97" name="Google Shape;97;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9" name="Google Shape;9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2284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02"/>
        <p:cNvGrpSpPr/>
        <p:nvPr/>
      </p:nvGrpSpPr>
      <p:grpSpPr>
        <a:xfrm>
          <a:off x="0" y="0"/>
          <a:ext cx="0" cy="0"/>
          <a:chOff x="0" y="0"/>
          <a:chExt cx="0" cy="0"/>
        </a:xfrm>
      </p:grpSpPr>
      <p:sp>
        <p:nvSpPr>
          <p:cNvPr id="103" name="Google Shape;103;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205842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8"/>
        <p:cNvGrpSpPr/>
        <p:nvPr/>
      </p:nvGrpSpPr>
      <p:grpSpPr>
        <a:xfrm>
          <a:off x="0" y="0"/>
          <a:ext cx="0" cy="0"/>
          <a:chOff x="0" y="0"/>
          <a:chExt cx="0" cy="0"/>
        </a:xfrm>
      </p:grpSpPr>
      <p:sp>
        <p:nvSpPr>
          <p:cNvPr id="109" name="Google Shape;109;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181013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4565846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24"/>
        <p:cNvGrpSpPr/>
        <p:nvPr/>
      </p:nvGrpSpPr>
      <p:grpSpPr>
        <a:xfrm>
          <a:off x="0" y="0"/>
          <a:ext cx="0" cy="0"/>
          <a:chOff x="0" y="0"/>
          <a:chExt cx="0" cy="0"/>
        </a:xfrm>
      </p:grpSpPr>
      <p:sp>
        <p:nvSpPr>
          <p:cNvPr id="125" name="Google Shape;125;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501617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050530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33"/>
        <p:cNvGrpSpPr/>
        <p:nvPr/>
      </p:nvGrpSpPr>
      <p:grpSpPr>
        <a:xfrm>
          <a:off x="0" y="0"/>
          <a:ext cx="0" cy="0"/>
          <a:chOff x="0" y="0"/>
          <a:chExt cx="0" cy="0"/>
        </a:xfrm>
      </p:grpSpPr>
      <p:sp>
        <p:nvSpPr>
          <p:cNvPr id="134" name="Google Shape;134;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6" name="Google Shape;136;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7" name="Google Shape;13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861980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40"/>
        <p:cNvGrpSpPr/>
        <p:nvPr/>
      </p:nvGrpSpPr>
      <p:grpSpPr>
        <a:xfrm>
          <a:off x="0" y="0"/>
          <a:ext cx="0" cy="0"/>
          <a:chOff x="0" y="0"/>
          <a:chExt cx="0" cy="0"/>
        </a:xfrm>
      </p:grpSpPr>
      <p:sp>
        <p:nvSpPr>
          <p:cNvPr id="141" name="Google Shape;141;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3"/>
          <p:cNvSpPr>
            <a:spLocks noGrp="1"/>
          </p:cNvSpPr>
          <p:nvPr>
            <p:ph type="pic" idx="2"/>
          </p:nvPr>
        </p:nvSpPr>
        <p:spPr>
          <a:xfrm>
            <a:off x="1792288" y="612775"/>
            <a:ext cx="5486400" cy="4114800"/>
          </a:xfrm>
          <a:prstGeom prst="rect">
            <a:avLst/>
          </a:prstGeom>
          <a:noFill/>
          <a:ln>
            <a:noFill/>
          </a:ln>
        </p:spPr>
      </p:sp>
      <p:sp>
        <p:nvSpPr>
          <p:cNvPr id="143" name="Google Shape;143;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4" name="Google Shape;144;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39546190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47"/>
        <p:cNvGrpSpPr/>
        <p:nvPr/>
      </p:nvGrpSpPr>
      <p:grpSpPr>
        <a:xfrm>
          <a:off x="0" y="0"/>
          <a:ext cx="0" cy="0"/>
          <a:chOff x="0" y="0"/>
          <a:chExt cx="0" cy="0"/>
        </a:xfrm>
      </p:grpSpPr>
      <p:sp>
        <p:nvSpPr>
          <p:cNvPr id="148" name="Google Shape;148;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0" name="Google Shape;150;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974627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53"/>
        <p:cNvGrpSpPr/>
        <p:nvPr/>
      </p:nvGrpSpPr>
      <p:grpSpPr>
        <a:xfrm>
          <a:off x="0" y="0"/>
          <a:ext cx="0" cy="0"/>
          <a:chOff x="0" y="0"/>
          <a:chExt cx="0" cy="0"/>
        </a:xfrm>
      </p:grpSpPr>
      <p:sp>
        <p:nvSpPr>
          <p:cNvPr id="154" name="Google Shape;154;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latin typeface="Calibri"/>
                <a:ea typeface="Calibri"/>
                <a:cs typeface="Calibri"/>
                <a:sym typeface="Calibri"/>
              </a:defRPr>
            </a:lvl1pPr>
            <a:lvl2pPr marL="0" lvl="1" indent="0" algn="r">
              <a:spcBef>
                <a:spcPts val="0"/>
              </a:spcBef>
              <a:buNone/>
              <a:defRPr>
                <a:solidFill>
                  <a:srgbClr val="888888"/>
                </a:solidFill>
                <a:latin typeface="Calibri"/>
                <a:ea typeface="Calibri"/>
                <a:cs typeface="Calibri"/>
                <a:sym typeface="Calibri"/>
              </a:defRPr>
            </a:lvl2pPr>
            <a:lvl3pPr marL="0" lvl="2" indent="0" algn="r">
              <a:spcBef>
                <a:spcPts val="0"/>
              </a:spcBef>
              <a:buNone/>
              <a:defRPr>
                <a:solidFill>
                  <a:srgbClr val="888888"/>
                </a:solidFill>
                <a:latin typeface="Calibri"/>
                <a:ea typeface="Calibri"/>
                <a:cs typeface="Calibri"/>
                <a:sym typeface="Calibri"/>
              </a:defRPr>
            </a:lvl3pPr>
            <a:lvl4pPr marL="0" lvl="3" indent="0" algn="r">
              <a:spcBef>
                <a:spcPts val="0"/>
              </a:spcBef>
              <a:buNone/>
              <a:defRPr>
                <a:solidFill>
                  <a:srgbClr val="888888"/>
                </a:solidFill>
                <a:latin typeface="Calibri"/>
                <a:ea typeface="Calibri"/>
                <a:cs typeface="Calibri"/>
                <a:sym typeface="Calibri"/>
              </a:defRPr>
            </a:lvl4pPr>
            <a:lvl5pPr marL="0" lvl="4" indent="0" algn="r">
              <a:spcBef>
                <a:spcPts val="0"/>
              </a:spcBef>
              <a:buNone/>
              <a:defRPr>
                <a:solidFill>
                  <a:srgbClr val="888888"/>
                </a:solidFill>
                <a:latin typeface="Calibri"/>
                <a:ea typeface="Calibri"/>
                <a:cs typeface="Calibri"/>
                <a:sym typeface="Calibri"/>
              </a:defRPr>
            </a:lvl5pPr>
            <a:lvl6pPr marL="0" lvl="5" indent="0" algn="r">
              <a:spcBef>
                <a:spcPts val="0"/>
              </a:spcBef>
              <a:buNone/>
              <a:defRPr>
                <a:solidFill>
                  <a:srgbClr val="888888"/>
                </a:solidFill>
                <a:latin typeface="Calibri"/>
                <a:ea typeface="Calibri"/>
                <a:cs typeface="Calibri"/>
                <a:sym typeface="Calibri"/>
              </a:defRPr>
            </a:lvl6pPr>
            <a:lvl7pPr marL="0" lvl="6" indent="0" algn="r">
              <a:spcBef>
                <a:spcPts val="0"/>
              </a:spcBef>
              <a:buNone/>
              <a:defRPr>
                <a:solidFill>
                  <a:srgbClr val="888888"/>
                </a:solidFill>
                <a:latin typeface="Calibri"/>
                <a:ea typeface="Calibri"/>
                <a:cs typeface="Calibri"/>
                <a:sym typeface="Calibri"/>
              </a:defRPr>
            </a:lvl7pPr>
            <a:lvl8pPr marL="0" lvl="7" indent="0" algn="r">
              <a:spcBef>
                <a:spcPts val="0"/>
              </a:spcBef>
              <a:buNone/>
              <a:defRPr>
                <a:solidFill>
                  <a:srgbClr val="888888"/>
                </a:solidFill>
                <a:latin typeface="Calibri"/>
                <a:ea typeface="Calibri"/>
                <a:cs typeface="Calibri"/>
                <a:sym typeface="Calibri"/>
              </a:defRPr>
            </a:lvl8pPr>
            <a:lvl9pPr marL="0" lvl="8" indent="0" algn="r">
              <a:spcBef>
                <a:spcPts val="0"/>
              </a:spcBef>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879922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4"/>
        <p:cNvGrpSpPr/>
        <p:nvPr/>
      </p:nvGrpSpPr>
      <p:grpSpPr>
        <a:xfrm>
          <a:off x="0" y="0"/>
          <a:ext cx="0" cy="0"/>
          <a:chOff x="0" y="0"/>
          <a:chExt cx="0" cy="0"/>
        </a:xfrm>
      </p:grpSpPr>
      <p:sp>
        <p:nvSpPr>
          <p:cNvPr id="85" name="Google Shape;85;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54298197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 name="Título 1">
            <a:extLst>
              <a:ext uri="{FF2B5EF4-FFF2-40B4-BE49-F238E27FC236}">
                <a16:creationId xmlns:a16="http://schemas.microsoft.com/office/drawing/2014/main" id="{148B431D-AFDA-5969-203C-EEC1157ED333}"/>
              </a:ext>
            </a:extLst>
          </p:cNvPr>
          <p:cNvSpPr>
            <a:spLocks noGrp="1"/>
          </p:cNvSpPr>
          <p:nvPr>
            <p:ph type="ctrTitle"/>
          </p:nvPr>
        </p:nvSpPr>
        <p:spPr>
          <a:xfrm>
            <a:off x="728181" y="1220919"/>
            <a:ext cx="4069335" cy="2387600"/>
          </a:xfrm>
        </p:spPr>
        <p:txBody>
          <a:bodyPr>
            <a:normAutofit/>
          </a:bodyPr>
          <a:lstStyle/>
          <a:p>
            <a:pPr algn="l"/>
            <a:r>
              <a:rPr lang="es-PE" noProof="0" dirty="0"/>
              <a:t>Estrategias argumentativas</a:t>
            </a:r>
          </a:p>
        </p:txBody>
      </p:sp>
      <p:sp>
        <p:nvSpPr>
          <p:cNvPr id="3" name="Subtítulo 2">
            <a:extLst>
              <a:ext uri="{FF2B5EF4-FFF2-40B4-BE49-F238E27FC236}">
                <a16:creationId xmlns:a16="http://schemas.microsoft.com/office/drawing/2014/main" id="{CEFB1551-5825-292A-48A5-998F9050B18F}"/>
              </a:ext>
            </a:extLst>
          </p:cNvPr>
          <p:cNvSpPr>
            <a:spLocks noGrp="1"/>
          </p:cNvSpPr>
          <p:nvPr>
            <p:ph type="subTitle" idx="1"/>
          </p:nvPr>
        </p:nvSpPr>
        <p:spPr>
          <a:xfrm>
            <a:off x="728181" y="3700594"/>
            <a:ext cx="4069335" cy="1655762"/>
          </a:xfrm>
        </p:spPr>
        <p:txBody>
          <a:bodyPr>
            <a:normAutofit/>
          </a:bodyPr>
          <a:lstStyle/>
          <a:p>
            <a:pPr algn="l"/>
            <a:r>
              <a:rPr lang="es-PE" dirty="0"/>
              <a:t>S2</a:t>
            </a:r>
            <a:r>
              <a:rPr lang="es-PE" noProof="0" dirty="0"/>
              <a:t>. Argumento por causalidad</a:t>
            </a:r>
            <a:r>
              <a:rPr lang="es-PE" dirty="0"/>
              <a:t>. Parte 1</a:t>
            </a:r>
            <a:endParaRPr lang="es-PE" noProof="0" dirty="0"/>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00844"/>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000000"/>
              </a:solidFill>
              <a:effectLst/>
              <a:uLnTx/>
              <a:uFillTx/>
              <a:latin typeface="Arial"/>
              <a:ea typeface="+mn-ea"/>
              <a:cs typeface="+mn-cs"/>
              <a:sym typeface="Aria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000000"/>
              </a:solidFill>
              <a:effectLst/>
              <a:uLnTx/>
              <a:uFillTx/>
              <a:latin typeface="Arial"/>
              <a:ea typeface="+mn-ea"/>
              <a:cs typeface="+mn-cs"/>
              <a:sym typeface="Arial"/>
            </a:endParaRPr>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PE"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1544106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s-PE" noProof="0" dirty="0"/>
              <a:t>Argumento inductivo causal</a:t>
            </a:r>
          </a:p>
        </p:txBody>
      </p:sp>
      <p:sp>
        <p:nvSpPr>
          <p:cNvPr id="90" name="Google Shape;90;p2"/>
          <p:cNvSpPr txBox="1">
            <a:spLocks noGrp="1"/>
          </p:cNvSpPr>
          <p:nvPr>
            <p:ph type="body" idx="1"/>
          </p:nvPr>
        </p:nvSpPr>
        <p:spPr>
          <a:xfrm>
            <a:off x="457200" y="1613710"/>
            <a:ext cx="8229600" cy="4525963"/>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endParaRPr lang="es-PE" noProof="0" dirty="0"/>
          </a:p>
          <a:p>
            <a:pPr marL="0" lvl="0" indent="0" algn="just" rtl="0">
              <a:spcBef>
                <a:spcPts val="640"/>
              </a:spcBef>
              <a:spcAft>
                <a:spcPts val="0"/>
              </a:spcAft>
              <a:buClr>
                <a:schemeClr val="dk1"/>
              </a:buClr>
              <a:buSzPts val="3200"/>
              <a:buNone/>
            </a:pPr>
            <a:endParaRPr lang="es-PE" noProof="0" dirty="0"/>
          </a:p>
          <a:p>
            <a:pPr marL="0" lvl="0" indent="0" algn="just" rtl="0">
              <a:spcBef>
                <a:spcPts val="640"/>
              </a:spcBef>
              <a:spcAft>
                <a:spcPts val="0"/>
              </a:spcAft>
              <a:buClr>
                <a:schemeClr val="dk1"/>
              </a:buClr>
              <a:buSzPts val="3200"/>
              <a:buNone/>
            </a:pPr>
            <a:r>
              <a:rPr lang="es-PE" noProof="0" dirty="0"/>
              <a:t>“Es un argumento inductivo cuya conclusión es un enunciado que afirma que una cosa causa otra” (Govier, 2010: 286)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B909C-B6F8-DA0D-F28D-427A5B94B0C0}"/>
              </a:ext>
            </a:extLst>
          </p:cNvPr>
          <p:cNvSpPr>
            <a:spLocks noGrp="1"/>
          </p:cNvSpPr>
          <p:nvPr>
            <p:ph type="title"/>
          </p:nvPr>
        </p:nvSpPr>
        <p:spPr/>
        <p:txBody>
          <a:bodyPr/>
          <a:lstStyle/>
          <a:p>
            <a:r>
              <a:rPr lang="es-PE" dirty="0"/>
              <a:t>Dos tipos de argumento causal</a:t>
            </a:r>
          </a:p>
        </p:txBody>
      </p:sp>
      <p:sp>
        <p:nvSpPr>
          <p:cNvPr id="3" name="Marcador de texto 2">
            <a:extLst>
              <a:ext uri="{FF2B5EF4-FFF2-40B4-BE49-F238E27FC236}">
                <a16:creationId xmlns:a16="http://schemas.microsoft.com/office/drawing/2014/main" id="{53E9DE4B-983C-7D76-799F-86352EE50807}"/>
              </a:ext>
            </a:extLst>
          </p:cNvPr>
          <p:cNvSpPr>
            <a:spLocks noGrp="1"/>
          </p:cNvSpPr>
          <p:nvPr>
            <p:ph type="body" idx="1"/>
          </p:nvPr>
        </p:nvSpPr>
        <p:spPr>
          <a:xfrm>
            <a:off x="457200" y="1600200"/>
            <a:ext cx="4038600" cy="4823460"/>
          </a:xfrm>
        </p:spPr>
        <p:txBody>
          <a:bodyPr>
            <a:normAutofit fontScale="92500" lnSpcReduction="20000"/>
          </a:bodyPr>
          <a:lstStyle/>
          <a:p>
            <a:pPr marL="565150" indent="-514350">
              <a:buAutoNum type="alphaUcPeriod"/>
            </a:pPr>
            <a:r>
              <a:rPr lang="es-PE" b="1" dirty="0"/>
              <a:t>Con información completa del contexto</a:t>
            </a:r>
            <a:endParaRPr lang="es-ES" dirty="0"/>
          </a:p>
          <a:p>
            <a:pPr algn="just"/>
            <a:r>
              <a:rPr lang="es-PE" dirty="0"/>
              <a:t>Se sabe que hay una correlación entre la causa y el efecto.</a:t>
            </a:r>
          </a:p>
          <a:p>
            <a:pPr algn="just">
              <a:buFont typeface="Arial" panose="020B0604020202020204" pitchFamily="34" charset="0"/>
              <a:buChar char="•"/>
            </a:pPr>
            <a:r>
              <a:rPr lang="es-PE" dirty="0"/>
              <a:t>Se conocen todos los factores causales relevantes para explicar el efecto</a:t>
            </a:r>
          </a:p>
          <a:p>
            <a:pPr algn="just">
              <a:buFont typeface="Arial" panose="020B0604020202020204" pitchFamily="34" charset="0"/>
              <a:buChar char="•"/>
            </a:pPr>
            <a:r>
              <a:rPr lang="es-PE" dirty="0"/>
              <a:t>Se sabe que alguno de ellos debe ser la causa del efecto en dicho contexto.</a:t>
            </a:r>
          </a:p>
        </p:txBody>
      </p:sp>
      <p:sp>
        <p:nvSpPr>
          <p:cNvPr id="4" name="Marcador de texto 3">
            <a:extLst>
              <a:ext uri="{FF2B5EF4-FFF2-40B4-BE49-F238E27FC236}">
                <a16:creationId xmlns:a16="http://schemas.microsoft.com/office/drawing/2014/main" id="{6B01E338-7D02-20EA-2DBE-B93264B6B8C4}"/>
              </a:ext>
            </a:extLst>
          </p:cNvPr>
          <p:cNvSpPr>
            <a:spLocks noGrp="1"/>
          </p:cNvSpPr>
          <p:nvPr>
            <p:ph type="body" idx="2"/>
          </p:nvPr>
        </p:nvSpPr>
        <p:spPr>
          <a:xfrm>
            <a:off x="4648200" y="1600200"/>
            <a:ext cx="4038600" cy="4823460"/>
          </a:xfrm>
        </p:spPr>
        <p:txBody>
          <a:bodyPr>
            <a:normAutofit fontScale="85000" lnSpcReduction="10000"/>
          </a:bodyPr>
          <a:lstStyle/>
          <a:p>
            <a:pPr marL="50800" indent="0" defTabSz="446088">
              <a:buNone/>
            </a:pPr>
            <a:r>
              <a:rPr lang="es-PE" b="1" dirty="0"/>
              <a:t>B.	Sin información 	completa del 	contexto</a:t>
            </a:r>
          </a:p>
          <a:p>
            <a:pPr algn="just"/>
            <a:r>
              <a:rPr lang="es-PE" dirty="0"/>
              <a:t>Se sabe o se argumenta que hay una correlación entre la causa y el efecto.</a:t>
            </a:r>
          </a:p>
          <a:p>
            <a:pPr algn="just">
              <a:buFont typeface="Arial" panose="020B0604020202020204" pitchFamily="34" charset="0"/>
              <a:buChar char="•"/>
            </a:pPr>
            <a:r>
              <a:rPr lang="es-PE" dirty="0"/>
              <a:t>No se conocen todos los factores causales relevantes para explicar el efecto</a:t>
            </a:r>
          </a:p>
          <a:p>
            <a:pPr algn="just"/>
            <a:r>
              <a:rPr lang="es-PE" dirty="0"/>
              <a:t>No queda claro que alguno de ellos deba ser la causa del efecto en dicho contexto.</a:t>
            </a:r>
          </a:p>
        </p:txBody>
      </p:sp>
    </p:spTree>
    <p:extLst>
      <p:ext uri="{BB962C8B-B14F-4D97-AF65-F5344CB8AC3E}">
        <p14:creationId xmlns:p14="http://schemas.microsoft.com/office/powerpoint/2010/main" val="3273636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9E66B133-A3C3-727C-963E-9125CB54DB6E}"/>
              </a:ext>
            </a:extLst>
          </p:cNvPr>
          <p:cNvSpPr>
            <a:spLocks noGrp="1"/>
          </p:cNvSpPr>
          <p:nvPr>
            <p:ph type="title"/>
          </p:nvPr>
        </p:nvSpPr>
        <p:spPr/>
        <p:txBody>
          <a:bodyPr>
            <a:normAutofit fontScale="90000"/>
          </a:bodyPr>
          <a:lstStyle/>
          <a:p>
            <a:r>
              <a:rPr lang="es-PE" dirty="0"/>
              <a:t>Esquema del argumento causal tipo A</a:t>
            </a:r>
          </a:p>
        </p:txBody>
      </p:sp>
      <mc:AlternateContent xmlns:mc="http://schemas.openxmlformats.org/markup-compatibility/2006" xmlns:a14="http://schemas.microsoft.com/office/drawing/2010/main">
        <mc:Choice Requires="a14">
          <p:sp>
            <p:nvSpPr>
              <p:cNvPr id="6" name="Marcador de texto 5">
                <a:extLst>
                  <a:ext uri="{FF2B5EF4-FFF2-40B4-BE49-F238E27FC236}">
                    <a16:creationId xmlns:a16="http://schemas.microsoft.com/office/drawing/2014/main" id="{F693BEAB-0B28-67F3-A527-EC464D42AAF8}"/>
                  </a:ext>
                </a:extLst>
              </p:cNvPr>
              <p:cNvSpPr>
                <a:spLocks noGrp="1"/>
              </p:cNvSpPr>
              <p:nvPr>
                <p:ph type="body" idx="1"/>
              </p:nvPr>
            </p:nvSpPr>
            <p:spPr>
              <a:xfrm>
                <a:off x="315685" y="1717222"/>
                <a:ext cx="8645435" cy="4580391"/>
              </a:xfrm>
            </p:spPr>
            <p:txBody>
              <a:bodyPr>
                <a:normAutofit/>
              </a:bodyPr>
              <a:lstStyle/>
              <a:p>
                <a:pPr marL="628650" indent="-514350">
                  <a:buAutoNum type="arabicPeriod"/>
                </a:pPr>
                <a:r>
                  <a:rPr lang="es-PE" sz="2400" dirty="0"/>
                  <a:t>Los eventos </a:t>
                </a:r>
                <a14:m>
                  <m:oMath xmlns:m="http://schemas.openxmlformats.org/officeDocument/2006/math">
                    <m:r>
                      <a:rPr lang="es-PE" sz="2400" i="1" dirty="0" smtClean="0">
                        <a:latin typeface="Cambria Math" panose="02040503050406030204" pitchFamily="18" charset="0"/>
                      </a:rPr>
                      <m:t>𝐶</m:t>
                    </m:r>
                    <m:r>
                      <a:rPr lang="es-PE" sz="2400" i="1" dirty="0" smtClean="0">
                        <a:latin typeface="Cambria Math" panose="02040503050406030204" pitchFamily="18" charset="0"/>
                      </a:rPr>
                      <m:t>,</m:t>
                    </m:r>
                    <m:r>
                      <a:rPr lang="es-PE" sz="2400" i="1" dirty="0" smtClean="0">
                        <a:latin typeface="Cambria Math" panose="02040503050406030204" pitchFamily="18" charset="0"/>
                      </a:rPr>
                      <m:t>𝐶</m:t>
                    </m:r>
                    <m:r>
                      <a:rPr lang="es-PE" sz="2400" i="1" dirty="0" smtClean="0">
                        <a:latin typeface="Cambria Math" panose="02040503050406030204" pitchFamily="18" charset="0"/>
                      </a:rPr>
                      <m:t>1,…</m:t>
                    </m:r>
                    <m:r>
                      <a:rPr lang="es-PE" sz="2400" b="0" i="1" dirty="0" smtClean="0">
                        <a:latin typeface="Cambria Math" panose="02040503050406030204" pitchFamily="18" charset="0"/>
                      </a:rPr>
                      <m:t>𝑦</m:t>
                    </m:r>
                    <m:r>
                      <a:rPr lang="es-PE" sz="2400" b="0" i="1" dirty="0" smtClean="0">
                        <a:latin typeface="Cambria Math" panose="02040503050406030204" pitchFamily="18" charset="0"/>
                      </a:rPr>
                      <m:t> </m:t>
                    </m:r>
                    <m:r>
                      <a:rPr lang="es-PE" sz="2400" i="1" dirty="0" err="1" smtClean="0">
                        <a:latin typeface="Cambria Math" panose="02040503050406030204" pitchFamily="18" charset="0"/>
                      </a:rPr>
                      <m:t>𝐶𝑘</m:t>
                    </m:r>
                  </m:oMath>
                </a14:m>
                <a:r>
                  <a:rPr lang="es-PE" sz="2400" dirty="0"/>
                  <a:t> pueden explicar la ocurrencia del evento </a:t>
                </a:r>
                <a14:m>
                  <m:oMath xmlns:m="http://schemas.openxmlformats.org/officeDocument/2006/math">
                    <m:r>
                      <a:rPr lang="es-PE" sz="2400" b="0" i="1" dirty="0" smtClean="0">
                        <a:latin typeface="Cambria Math" panose="02040503050406030204" pitchFamily="18" charset="0"/>
                      </a:rPr>
                      <m:t>𝐸</m:t>
                    </m:r>
                  </m:oMath>
                </a14:m>
                <a:r>
                  <a:rPr lang="es-PE" sz="2400" dirty="0"/>
                  <a:t>.</a:t>
                </a:r>
              </a:p>
              <a:p>
                <a:pPr marL="628650" indent="-514350">
                  <a:buAutoNum type="arabicPeriod"/>
                </a:pPr>
                <a:endParaRPr lang="es-PE" sz="2400" dirty="0"/>
              </a:p>
              <a:p>
                <a:pPr marL="628650" indent="-514350">
                  <a:buAutoNum type="arabicPeriod"/>
                </a:pPr>
                <a:r>
                  <a:rPr lang="es-PE" sz="2400" dirty="0"/>
                  <a:t>Para </a:t>
                </a:r>
                <a14:m>
                  <m:oMath xmlns:m="http://schemas.openxmlformats.org/officeDocument/2006/math">
                    <m:r>
                      <a:rPr lang="es-PE" sz="2400" i="1" dirty="0">
                        <a:latin typeface="Cambria Math" panose="02040503050406030204" pitchFamily="18" charset="0"/>
                      </a:rPr>
                      <m:t>𝐶</m:t>
                    </m:r>
                  </m:oMath>
                </a14:m>
                <a:r>
                  <a:rPr lang="es-PE" sz="2400" dirty="0"/>
                  <a:t> se cumple al menos una de las siguientes: </a:t>
                </a:r>
              </a:p>
              <a:p>
                <a:pPr marL="114300" indent="0">
                  <a:buNone/>
                </a:pPr>
                <a:r>
                  <a:rPr lang="es-PE" sz="2400" dirty="0"/>
                  <a:t> 	a. Cada vez que </a:t>
                </a:r>
                <a14:m>
                  <m:oMath xmlns:m="http://schemas.openxmlformats.org/officeDocument/2006/math">
                    <m:r>
                      <a:rPr lang="es-PE" sz="2400" i="1" dirty="0">
                        <a:latin typeface="Cambria Math" panose="02040503050406030204" pitchFamily="18" charset="0"/>
                      </a:rPr>
                      <m:t>𝐸</m:t>
                    </m:r>
                  </m:oMath>
                </a14:m>
                <a:r>
                  <a:rPr lang="es-PE" sz="2400" dirty="0"/>
                  <a:t> se dio, </a:t>
                </a:r>
                <a14:m>
                  <m:oMath xmlns:m="http://schemas.openxmlformats.org/officeDocument/2006/math">
                    <m:r>
                      <a:rPr lang="es-PE" sz="2400" i="1" dirty="0">
                        <a:latin typeface="Cambria Math" panose="02040503050406030204" pitchFamily="18" charset="0"/>
                      </a:rPr>
                      <m:t>𝐶</m:t>
                    </m:r>
                  </m:oMath>
                </a14:m>
                <a:r>
                  <a:rPr lang="es-PE" sz="2400" dirty="0"/>
                  <a:t> lo había precedido.</a:t>
                </a:r>
              </a:p>
              <a:p>
                <a:pPr marL="114300" indent="0">
                  <a:buNone/>
                </a:pPr>
                <a:r>
                  <a:rPr lang="es-PE" sz="2400" dirty="0"/>
                  <a:t>	b. Cada vez que </a:t>
                </a:r>
                <a14:m>
                  <m:oMath xmlns:m="http://schemas.openxmlformats.org/officeDocument/2006/math">
                    <m:r>
                      <a:rPr lang="es-PE" sz="2400" i="1" dirty="0">
                        <a:latin typeface="Cambria Math" panose="02040503050406030204" pitchFamily="18" charset="0"/>
                      </a:rPr>
                      <m:t>𝐸</m:t>
                    </m:r>
                  </m:oMath>
                </a14:m>
                <a:r>
                  <a:rPr lang="es-PE" sz="2400" dirty="0"/>
                  <a:t> no se dio, C tampoco había sucedido</a:t>
                </a:r>
              </a:p>
              <a:p>
                <a:pPr marL="114300" indent="0">
                  <a:buNone/>
                </a:pPr>
                <a:endParaRPr lang="es-PE" sz="2400" dirty="0"/>
              </a:p>
              <a:p>
                <a:pPr marL="114300" indent="0">
                  <a:buNone/>
                </a:pPr>
                <a:r>
                  <a:rPr lang="es-PE" sz="2400" dirty="0"/>
                  <a:t>C.      </a:t>
                </a:r>
                <a14:m>
                  <m:oMath xmlns:m="http://schemas.openxmlformats.org/officeDocument/2006/math">
                    <m:r>
                      <a:rPr lang="es-PE" sz="2400" i="1" dirty="0" smtClean="0">
                        <a:latin typeface="Cambria Math" panose="02040503050406030204" pitchFamily="18" charset="0"/>
                      </a:rPr>
                      <m:t>𝐶</m:t>
                    </m:r>
                  </m:oMath>
                </a14:m>
                <a:r>
                  <a:rPr lang="es-PE" sz="2400" dirty="0"/>
                  <a:t> es la causa de </a:t>
                </a:r>
                <a14:m>
                  <m:oMath xmlns:m="http://schemas.openxmlformats.org/officeDocument/2006/math">
                    <m:r>
                      <a:rPr lang="es-PE" sz="2400" i="1" dirty="0" smtClean="0">
                        <a:latin typeface="Cambria Math" panose="02040503050406030204" pitchFamily="18" charset="0"/>
                      </a:rPr>
                      <m:t>𝐸</m:t>
                    </m:r>
                  </m:oMath>
                </a14:m>
                <a:endParaRPr lang="es-PE" sz="2400" dirty="0"/>
              </a:p>
            </p:txBody>
          </p:sp>
        </mc:Choice>
        <mc:Fallback xmlns="">
          <p:sp>
            <p:nvSpPr>
              <p:cNvPr id="6" name="Marcador de texto 5">
                <a:extLst>
                  <a:ext uri="{FF2B5EF4-FFF2-40B4-BE49-F238E27FC236}">
                    <a16:creationId xmlns:a16="http://schemas.microsoft.com/office/drawing/2014/main" id="{F693BEAB-0B28-67F3-A527-EC464D42AAF8}"/>
                  </a:ext>
                </a:extLst>
              </p:cNvPr>
              <p:cNvSpPr>
                <a:spLocks noGrp="1" noRot="1" noChangeAspect="1" noMove="1" noResize="1" noEditPoints="1" noAdjustHandles="1" noChangeArrowheads="1" noChangeShapeType="1" noTextEdit="1"/>
              </p:cNvSpPr>
              <p:nvPr>
                <p:ph type="body" idx="1"/>
              </p:nvPr>
            </p:nvSpPr>
            <p:spPr>
              <a:xfrm>
                <a:off x="315685" y="1717222"/>
                <a:ext cx="8645435" cy="4580391"/>
              </a:xfrm>
              <a:blipFill>
                <a:blip r:embed="rId2"/>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792452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750CE33-A019-5734-90FF-D274C357DA5D}"/>
            </a:ext>
          </a:extLst>
        </p:cNvPr>
        <p:cNvGrpSpPr/>
        <p:nvPr/>
      </p:nvGrpSpPr>
      <p:grpSpPr>
        <a:xfrm>
          <a:off x="0" y="0"/>
          <a:ext cx="0" cy="0"/>
          <a:chOff x="0" y="0"/>
          <a:chExt cx="0" cy="0"/>
        </a:xfrm>
      </p:grpSpPr>
      <p:sp>
        <p:nvSpPr>
          <p:cNvPr id="95" name="Google Shape;95;p3">
            <a:extLst>
              <a:ext uri="{FF2B5EF4-FFF2-40B4-BE49-F238E27FC236}">
                <a16:creationId xmlns:a16="http://schemas.microsoft.com/office/drawing/2014/main" id="{B787C8F7-26F7-F438-1DB7-B5F4718DE57E}"/>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s-PE" b="1" noProof="0" dirty="0"/>
              <a:t>Ejemplo</a:t>
            </a:r>
            <a:r>
              <a:rPr lang="es-PE" noProof="0" dirty="0"/>
              <a:t> </a:t>
            </a:r>
            <a:r>
              <a:rPr lang="es-PE" b="1" noProof="0" dirty="0"/>
              <a:t>1</a:t>
            </a:r>
          </a:p>
        </p:txBody>
      </p:sp>
      <p:sp>
        <p:nvSpPr>
          <p:cNvPr id="96" name="Google Shape;96;p3">
            <a:extLst>
              <a:ext uri="{FF2B5EF4-FFF2-40B4-BE49-F238E27FC236}">
                <a16:creationId xmlns:a16="http://schemas.microsoft.com/office/drawing/2014/main" id="{8836E0AB-626B-C6CF-7578-8ECCDB9DF680}"/>
              </a:ext>
            </a:extLst>
          </p:cNvPr>
          <p:cNvSpPr txBox="1">
            <a:spLocks noGrp="1"/>
          </p:cNvSpPr>
          <p:nvPr>
            <p:ph type="body" idx="1"/>
          </p:nvPr>
        </p:nvSpPr>
        <p:spPr>
          <a:xfrm>
            <a:off x="457200" y="1417638"/>
            <a:ext cx="8229600" cy="3738473"/>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518"/>
              </a:spcBef>
              <a:spcAft>
                <a:spcPts val="0"/>
              </a:spcAft>
              <a:buClr>
                <a:schemeClr val="dk1"/>
              </a:buClr>
              <a:buSzPct val="100000"/>
              <a:buNone/>
            </a:pPr>
            <a:r>
              <a:rPr lang="es-PE" noProof="0" dirty="0"/>
              <a:t>La familia Martínez viajó a Ica de sábado a domingo. La tarde de su llegada, los hijos fueron a hacer </a:t>
            </a:r>
            <a:r>
              <a:rPr lang="es-PE" i="1" noProof="0" dirty="0" err="1"/>
              <a:t>sandboarding</a:t>
            </a:r>
            <a:r>
              <a:rPr lang="es-PE" i="1" noProof="0" dirty="0"/>
              <a:t> </a:t>
            </a:r>
            <a:r>
              <a:rPr lang="es-PE" noProof="0" dirty="0"/>
              <a:t>y, a su retorno a la ciudad, cenaron en un restobar de la Huacachina. Por su parte, los padres fueron a una cata de vinos y piscos, la cual cerró con un almuerzo de comida criolla en la última bodega que visitaron. No comieron nada más hasta el desayuno americano del día siguiente incluido en la reserva del hotel. Antes de salir a Lima, los Martínez presentaron mareos, vómitos y diarrea. </a:t>
            </a:r>
            <a:r>
              <a:rPr lang="es-PE" dirty="0"/>
              <a:t>Es claro que el desayuno causó el cuadro que presenta la familia.</a:t>
            </a:r>
            <a:endParaRPr lang="es-PE" i="1" noProof="0" dirty="0"/>
          </a:p>
        </p:txBody>
      </p:sp>
      <p:sp>
        <p:nvSpPr>
          <p:cNvPr id="97" name="Google Shape;97;p3">
            <a:extLst>
              <a:ext uri="{FF2B5EF4-FFF2-40B4-BE49-F238E27FC236}">
                <a16:creationId xmlns:a16="http://schemas.microsoft.com/office/drawing/2014/main" id="{47A62E49-3BBE-E7D8-5C17-1A19C53E0B2E}"/>
              </a:ext>
            </a:extLst>
          </p:cNvPr>
          <p:cNvSpPr txBox="1">
            <a:spLocks noGrp="1"/>
          </p:cNvSpPr>
          <p:nvPr>
            <p:ph type="body" idx="2"/>
          </p:nvPr>
        </p:nvSpPr>
        <p:spPr>
          <a:xfrm>
            <a:off x="457200" y="5215566"/>
            <a:ext cx="8229600" cy="1143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100000"/>
              <a:buNone/>
            </a:pPr>
            <a:r>
              <a:rPr lang="es-PE" sz="2400" b="1" noProof="0" dirty="0"/>
              <a:t>Efecto: </a:t>
            </a:r>
            <a:r>
              <a:rPr lang="es-PE" sz="2400" dirty="0"/>
              <a:t>El malestar digestivo presentado por los Martínez</a:t>
            </a:r>
            <a:endParaRPr lang="es-PE" sz="2400" b="1" noProof="0" dirty="0"/>
          </a:p>
          <a:p>
            <a:pPr marL="0" lvl="0" indent="0" algn="l" rtl="0">
              <a:spcBef>
                <a:spcPts val="518"/>
              </a:spcBef>
              <a:spcAft>
                <a:spcPts val="0"/>
              </a:spcAft>
              <a:buClr>
                <a:schemeClr val="dk1"/>
              </a:buClr>
              <a:buSzPct val="100000"/>
              <a:buNone/>
            </a:pPr>
            <a:r>
              <a:rPr lang="es-PE" sz="2400" b="1" noProof="0" dirty="0"/>
              <a:t>Causa: </a:t>
            </a:r>
            <a:r>
              <a:rPr lang="es-PE" sz="2400" dirty="0"/>
              <a:t>El consumo del desayuno americano del hotel</a:t>
            </a:r>
            <a:endParaRPr lang="es-PE" sz="2400" noProof="0" dirty="0"/>
          </a:p>
        </p:txBody>
      </p:sp>
    </p:spTree>
    <p:extLst>
      <p:ext uri="{BB962C8B-B14F-4D97-AF65-F5344CB8AC3E}">
        <p14:creationId xmlns:p14="http://schemas.microsoft.com/office/powerpoint/2010/main" val="74452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2011478-4057-A122-5474-7CF2C93A8480}"/>
            </a:ext>
          </a:extLst>
        </p:cNvPr>
        <p:cNvGrpSpPr/>
        <p:nvPr/>
      </p:nvGrpSpPr>
      <p:grpSpPr>
        <a:xfrm>
          <a:off x="0" y="0"/>
          <a:ext cx="0" cy="0"/>
          <a:chOff x="0" y="0"/>
          <a:chExt cx="0" cy="0"/>
        </a:xfrm>
      </p:grpSpPr>
      <p:sp>
        <p:nvSpPr>
          <p:cNvPr id="102" name="Google Shape;102;p4">
            <a:extLst>
              <a:ext uri="{FF2B5EF4-FFF2-40B4-BE49-F238E27FC236}">
                <a16:creationId xmlns:a16="http://schemas.microsoft.com/office/drawing/2014/main" id="{F7FEEACB-A923-310D-93DB-0A2E329B2B13}"/>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lvl="0" algn="just">
              <a:buSzPct val="100000"/>
            </a:pPr>
            <a:r>
              <a:rPr lang="es-PE" b="1" dirty="0"/>
              <a:t>Ejemplo 2</a:t>
            </a:r>
            <a:endParaRPr lang="es-PE" dirty="0"/>
          </a:p>
        </p:txBody>
      </p:sp>
      <p:sp>
        <p:nvSpPr>
          <p:cNvPr id="103" name="Google Shape;103;p4">
            <a:extLst>
              <a:ext uri="{FF2B5EF4-FFF2-40B4-BE49-F238E27FC236}">
                <a16:creationId xmlns:a16="http://schemas.microsoft.com/office/drawing/2014/main" id="{BADC89C5-954B-930E-F169-A4CE26A699E1}"/>
              </a:ext>
            </a:extLst>
          </p:cNvPr>
          <p:cNvSpPr txBox="1">
            <a:spLocks noGrp="1"/>
          </p:cNvSpPr>
          <p:nvPr>
            <p:ph type="body" idx="1"/>
          </p:nvPr>
        </p:nvSpPr>
        <p:spPr>
          <a:xfrm>
            <a:off x="457200" y="1417638"/>
            <a:ext cx="8229600" cy="3351381"/>
          </a:xfrm>
          <a:prstGeom prst="rect">
            <a:avLst/>
          </a:prstGeom>
          <a:noFill/>
          <a:ln>
            <a:noFill/>
          </a:ln>
        </p:spPr>
        <p:txBody>
          <a:bodyPr spcFirstLastPara="1" wrap="square" lIns="91425" tIns="45700" rIns="91425" bIns="45700" anchor="t" anchorCtr="0">
            <a:normAutofit/>
          </a:bodyPr>
          <a:lstStyle/>
          <a:p>
            <a:pPr marL="0" lvl="0" indent="0" algn="just" rtl="0">
              <a:spcBef>
                <a:spcPts val="518"/>
              </a:spcBef>
              <a:spcAft>
                <a:spcPts val="0"/>
              </a:spcAft>
              <a:buClr>
                <a:schemeClr val="dk1"/>
              </a:buClr>
              <a:buSzPct val="100000"/>
              <a:buNone/>
            </a:pPr>
            <a:r>
              <a:rPr lang="es-PE" noProof="0" dirty="0"/>
              <a:t>La invasión armada llevada a cabo por el país </a:t>
            </a:r>
            <a:r>
              <a:rPr lang="es-PE" i="1" dirty="0"/>
              <a:t>Z</a:t>
            </a:r>
            <a:r>
              <a:rPr lang="es-PE" dirty="0"/>
              <a:t> </a:t>
            </a:r>
            <a:r>
              <a:rPr lang="es-PE" noProof="0" dirty="0"/>
              <a:t>está generando la migración masiva de pobladores del país </a:t>
            </a:r>
            <a:r>
              <a:rPr lang="es-PE" i="1" noProof="0" dirty="0"/>
              <a:t>X</a:t>
            </a:r>
            <a:r>
              <a:rPr lang="es-PE" noProof="0" dirty="0"/>
              <a:t>. Esta y otras naciones han pasado hambrunas,  crisis económicas y hasta guerras civiles, pero incluso en esas ocasiones, no se </a:t>
            </a:r>
            <a:r>
              <a:rPr lang="es-PE" dirty="0"/>
              <a:t>había </a:t>
            </a:r>
            <a:r>
              <a:rPr lang="es-PE" noProof="0" dirty="0"/>
              <a:t>presenciado el desplazamiento de poblaciones completas ni tasas de abandono del país como las que se presentan hoy en día. </a:t>
            </a:r>
          </a:p>
        </p:txBody>
      </p:sp>
      <p:sp>
        <p:nvSpPr>
          <p:cNvPr id="104" name="Google Shape;104;p4">
            <a:extLst>
              <a:ext uri="{FF2B5EF4-FFF2-40B4-BE49-F238E27FC236}">
                <a16:creationId xmlns:a16="http://schemas.microsoft.com/office/drawing/2014/main" id="{6A814EA3-C7C9-920E-1633-CB08C4E4570D}"/>
              </a:ext>
            </a:extLst>
          </p:cNvPr>
          <p:cNvSpPr txBox="1">
            <a:spLocks noGrp="1"/>
          </p:cNvSpPr>
          <p:nvPr>
            <p:ph type="body" idx="2"/>
          </p:nvPr>
        </p:nvSpPr>
        <p:spPr>
          <a:xfrm>
            <a:off x="457200" y="5009049"/>
            <a:ext cx="8229600" cy="140503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100000"/>
              <a:buNone/>
            </a:pPr>
            <a:r>
              <a:rPr lang="es-PE" b="1" noProof="0" dirty="0"/>
              <a:t>Efecto: </a:t>
            </a:r>
            <a:r>
              <a:rPr lang="es-PE" dirty="0"/>
              <a:t>La migración masiva de pobladores de X</a:t>
            </a:r>
            <a:endParaRPr lang="es-PE" b="1" noProof="0" dirty="0"/>
          </a:p>
          <a:p>
            <a:pPr marL="0" lvl="0" indent="0" algn="l" rtl="0">
              <a:spcBef>
                <a:spcPts val="518"/>
              </a:spcBef>
              <a:spcAft>
                <a:spcPts val="0"/>
              </a:spcAft>
              <a:buClr>
                <a:schemeClr val="dk1"/>
              </a:buClr>
              <a:buSzPct val="100000"/>
              <a:buNone/>
            </a:pPr>
            <a:r>
              <a:rPr lang="es-PE" b="1" noProof="0" dirty="0"/>
              <a:t>Causa: </a:t>
            </a:r>
            <a:r>
              <a:rPr lang="es-PE" dirty="0"/>
              <a:t>La invasión armada llevada a cabo por Z</a:t>
            </a:r>
            <a:endParaRPr lang="es-PE" noProof="0" dirty="0"/>
          </a:p>
        </p:txBody>
      </p:sp>
    </p:spTree>
    <p:extLst>
      <p:ext uri="{BB962C8B-B14F-4D97-AF65-F5344CB8AC3E}">
        <p14:creationId xmlns:p14="http://schemas.microsoft.com/office/powerpoint/2010/main" val="106950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7A058B9-1242-DAEC-4FB6-5AB59543D5E1}"/>
              </a:ext>
            </a:extLst>
          </p:cNvPr>
          <p:cNvSpPr>
            <a:spLocks noGrp="1"/>
          </p:cNvSpPr>
          <p:nvPr>
            <p:ph type="title"/>
          </p:nvPr>
        </p:nvSpPr>
        <p:spPr/>
        <p:txBody>
          <a:bodyPr/>
          <a:lstStyle/>
          <a:p>
            <a:pPr algn="l"/>
            <a:r>
              <a:rPr lang="es-PE" b="1" dirty="0"/>
              <a:t>Ejemplo 3</a:t>
            </a:r>
          </a:p>
        </p:txBody>
      </p:sp>
      <p:sp>
        <p:nvSpPr>
          <p:cNvPr id="6" name="Marcador de texto 5">
            <a:extLst>
              <a:ext uri="{FF2B5EF4-FFF2-40B4-BE49-F238E27FC236}">
                <a16:creationId xmlns:a16="http://schemas.microsoft.com/office/drawing/2014/main" id="{058EB364-4BF8-227E-F44C-A30267AD0EE0}"/>
              </a:ext>
            </a:extLst>
          </p:cNvPr>
          <p:cNvSpPr>
            <a:spLocks noGrp="1"/>
          </p:cNvSpPr>
          <p:nvPr>
            <p:ph type="body" idx="1"/>
          </p:nvPr>
        </p:nvSpPr>
        <p:spPr>
          <a:xfrm>
            <a:off x="457200" y="1417638"/>
            <a:ext cx="8229600" cy="3680460"/>
          </a:xfrm>
        </p:spPr>
        <p:txBody>
          <a:bodyPr/>
          <a:lstStyle/>
          <a:p>
            <a:pPr marL="114300" indent="0" algn="just">
              <a:buNone/>
            </a:pPr>
            <a:r>
              <a:rPr lang="es-PE" dirty="0"/>
              <a:t>Joaquín tiene una dieta más o menos similar todos los días. Pero esta semana presentó una reacción alérgica cinco veces. En esos días, el único producto que consumió sin falta fue leche. Además, los dos días restantes no tomo leche. Por ello, queda claro que el consumo de esta bebida causó la alergia de Joaquín. </a:t>
            </a:r>
          </a:p>
        </p:txBody>
      </p:sp>
      <p:sp>
        <p:nvSpPr>
          <p:cNvPr id="8" name="CuadroTexto 7">
            <a:extLst>
              <a:ext uri="{FF2B5EF4-FFF2-40B4-BE49-F238E27FC236}">
                <a16:creationId xmlns:a16="http://schemas.microsoft.com/office/drawing/2014/main" id="{F011CA09-62D0-18FE-C9FE-4CCD454F9709}"/>
              </a:ext>
            </a:extLst>
          </p:cNvPr>
          <p:cNvSpPr txBox="1"/>
          <p:nvPr/>
        </p:nvSpPr>
        <p:spPr>
          <a:xfrm>
            <a:off x="611505" y="5280661"/>
            <a:ext cx="7920990" cy="895117"/>
          </a:xfrm>
          <a:prstGeom prst="rect">
            <a:avLst/>
          </a:prstGeom>
          <a:noFill/>
        </p:spPr>
        <p:txBody>
          <a:bodyPr wrap="square">
            <a:spAutoFit/>
          </a:bodyPr>
          <a:lstStyle/>
          <a:p>
            <a:pPr marL="0" lvl="0" indent="0" algn="l" rtl="0">
              <a:spcBef>
                <a:spcPts val="0"/>
              </a:spcBef>
              <a:spcAft>
                <a:spcPts val="0"/>
              </a:spcAft>
              <a:buClr>
                <a:schemeClr val="dk1"/>
              </a:buClr>
              <a:buSzPct val="100000"/>
              <a:buNone/>
            </a:pPr>
            <a:r>
              <a:rPr lang="es-PE" sz="2400" b="1" noProof="0" dirty="0"/>
              <a:t>Efecto: </a:t>
            </a:r>
            <a:r>
              <a:rPr lang="es-PE" sz="2400" dirty="0"/>
              <a:t>El consumo de leche de Joaquín</a:t>
            </a:r>
            <a:endParaRPr lang="es-PE" sz="2400" b="1" noProof="0" dirty="0"/>
          </a:p>
          <a:p>
            <a:pPr marL="0" lvl="0" indent="0" algn="l" rtl="0">
              <a:spcBef>
                <a:spcPts val="518"/>
              </a:spcBef>
              <a:spcAft>
                <a:spcPts val="0"/>
              </a:spcAft>
              <a:buClr>
                <a:schemeClr val="dk1"/>
              </a:buClr>
              <a:buSzPct val="100000"/>
              <a:buNone/>
            </a:pPr>
            <a:r>
              <a:rPr lang="es-PE" sz="2400" b="1" noProof="0" dirty="0"/>
              <a:t>Causa: </a:t>
            </a:r>
            <a:r>
              <a:rPr lang="es-PE" sz="2400" dirty="0"/>
              <a:t>La reacción alérgica de Joaquín</a:t>
            </a:r>
            <a:endParaRPr lang="es-PE" sz="2400" noProof="0" dirty="0"/>
          </a:p>
        </p:txBody>
      </p:sp>
    </p:spTree>
    <p:extLst>
      <p:ext uri="{BB962C8B-B14F-4D97-AF65-F5344CB8AC3E}">
        <p14:creationId xmlns:p14="http://schemas.microsoft.com/office/powerpoint/2010/main" val="207228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Enunciados causales</a:t>
            </a:r>
          </a:p>
        </p:txBody>
      </p:sp>
      <p:sp>
        <p:nvSpPr>
          <p:cNvPr id="124" name="Google Shape;124;p7"/>
          <p:cNvSpPr txBox="1">
            <a:spLocks noGrp="1"/>
          </p:cNvSpPr>
          <p:nvPr>
            <p:ph type="body" idx="1"/>
          </p:nvPr>
        </p:nvSpPr>
        <p:spPr>
          <a:xfrm>
            <a:off x="457200" y="1963059"/>
            <a:ext cx="8229600" cy="3697514"/>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r>
              <a:rPr lang="es-PE" i="1" noProof="0" dirty="0"/>
              <a:t>C causó E</a:t>
            </a:r>
            <a:endParaRPr lang="es-PE" noProof="0" dirty="0"/>
          </a:p>
          <a:p>
            <a:pPr marL="0" lvl="0" indent="0" algn="ctr" rtl="0">
              <a:spcBef>
                <a:spcPts val="640"/>
              </a:spcBef>
              <a:spcAft>
                <a:spcPts val="0"/>
              </a:spcAft>
              <a:buClr>
                <a:schemeClr val="dk1"/>
              </a:buClr>
              <a:buSzPts val="3200"/>
              <a:buNone/>
            </a:pPr>
            <a:r>
              <a:rPr lang="es-PE" i="1" noProof="0" dirty="0"/>
              <a:t>C fue la causa de E</a:t>
            </a:r>
            <a:endParaRPr lang="es-PE" noProof="0" dirty="0"/>
          </a:p>
          <a:p>
            <a:pPr marL="0" lvl="0" indent="0" algn="ctr" rtl="0">
              <a:spcBef>
                <a:spcPts val="640"/>
              </a:spcBef>
              <a:spcAft>
                <a:spcPts val="0"/>
              </a:spcAft>
              <a:buClr>
                <a:schemeClr val="dk1"/>
              </a:buClr>
              <a:buSzPts val="3200"/>
              <a:buNone/>
            </a:pPr>
            <a:r>
              <a:rPr lang="es-PE" i="1" noProof="0" dirty="0"/>
              <a:t>C fue una causa de E</a:t>
            </a:r>
            <a:endParaRPr lang="es-PE" noProof="0" dirty="0"/>
          </a:p>
          <a:p>
            <a:pPr marL="0" lvl="0" indent="0" algn="ctr" rtl="0">
              <a:spcBef>
                <a:spcPts val="640"/>
              </a:spcBef>
              <a:spcAft>
                <a:spcPts val="0"/>
              </a:spcAft>
              <a:buClr>
                <a:schemeClr val="dk1"/>
              </a:buClr>
              <a:buSzPts val="3200"/>
              <a:buNone/>
            </a:pPr>
            <a:r>
              <a:rPr lang="es-PE" i="1" noProof="0" dirty="0"/>
              <a:t>C produjo E</a:t>
            </a:r>
            <a:endParaRPr lang="es-PE" noProof="0" dirty="0"/>
          </a:p>
          <a:p>
            <a:pPr marL="0" lvl="0" indent="0" algn="ctr" rtl="0">
              <a:spcBef>
                <a:spcPts val="640"/>
              </a:spcBef>
              <a:spcAft>
                <a:spcPts val="0"/>
              </a:spcAft>
              <a:buClr>
                <a:schemeClr val="dk1"/>
              </a:buClr>
              <a:buSzPts val="3200"/>
              <a:buNone/>
            </a:pPr>
            <a:r>
              <a:rPr lang="es-PE" i="1" noProof="0" dirty="0"/>
              <a:t>C fue el responsable de E</a:t>
            </a:r>
            <a:endParaRPr lang="es-PE" noProof="0" dirty="0"/>
          </a:p>
          <a:p>
            <a:pPr marL="0" lvl="0" indent="0" algn="ctr" rtl="0">
              <a:spcBef>
                <a:spcPts val="640"/>
              </a:spcBef>
              <a:spcAft>
                <a:spcPts val="0"/>
              </a:spcAft>
              <a:buClr>
                <a:schemeClr val="dk1"/>
              </a:buClr>
              <a:buSzPts val="3200"/>
              <a:buNone/>
            </a:pPr>
            <a:r>
              <a:rPr lang="es-PE" i="1" noProof="0" dirty="0"/>
              <a:t>C conllevó E</a:t>
            </a:r>
            <a:endParaRPr lang="es-PE"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Enunciados causales</a:t>
            </a:r>
          </a:p>
        </p:txBody>
      </p:sp>
      <p:sp>
        <p:nvSpPr>
          <p:cNvPr id="130" name="Google Shape;130;p8"/>
          <p:cNvSpPr txBox="1">
            <a:spLocks noGrp="1"/>
          </p:cNvSpPr>
          <p:nvPr>
            <p:ph type="body" idx="1"/>
          </p:nvPr>
        </p:nvSpPr>
        <p:spPr>
          <a:xfrm>
            <a:off x="457200" y="1754382"/>
            <a:ext cx="8229600" cy="45259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endParaRPr lang="es-PE" i="1" noProof="0" dirty="0"/>
          </a:p>
          <a:p>
            <a:pPr marL="0" lvl="0" indent="0" algn="ctr" rtl="0">
              <a:spcBef>
                <a:spcPts val="640"/>
              </a:spcBef>
              <a:spcAft>
                <a:spcPts val="0"/>
              </a:spcAft>
              <a:buClr>
                <a:schemeClr val="dk1"/>
              </a:buClr>
              <a:buSzPts val="3200"/>
              <a:buNone/>
            </a:pPr>
            <a:r>
              <a:rPr lang="es-PE" i="1" noProof="0" dirty="0"/>
              <a:t>E fue el resultado de C</a:t>
            </a:r>
            <a:endParaRPr lang="es-PE" noProof="0" dirty="0"/>
          </a:p>
          <a:p>
            <a:pPr marL="0" lvl="0" indent="0" algn="ctr" rtl="0">
              <a:spcBef>
                <a:spcPts val="640"/>
              </a:spcBef>
              <a:spcAft>
                <a:spcPts val="0"/>
              </a:spcAft>
              <a:buClr>
                <a:schemeClr val="dk1"/>
              </a:buClr>
              <a:buSzPts val="3200"/>
              <a:buNone/>
            </a:pPr>
            <a:r>
              <a:rPr lang="es-PE" i="1" noProof="0" dirty="0"/>
              <a:t>Como resultado de C, ocurrió E</a:t>
            </a:r>
            <a:endParaRPr lang="es-PE" noProof="0" dirty="0"/>
          </a:p>
          <a:p>
            <a:pPr marL="0" lvl="0" indent="0" algn="ctr" rtl="0">
              <a:spcBef>
                <a:spcPts val="640"/>
              </a:spcBef>
              <a:spcAft>
                <a:spcPts val="0"/>
              </a:spcAft>
              <a:buClr>
                <a:schemeClr val="dk1"/>
              </a:buClr>
              <a:buSzPts val="3200"/>
              <a:buNone/>
            </a:pPr>
            <a:r>
              <a:rPr lang="es-PE" i="1" noProof="0" dirty="0"/>
              <a:t>E fue determinado por C</a:t>
            </a:r>
            <a:endParaRPr lang="es-PE" noProof="0" dirty="0"/>
          </a:p>
          <a:p>
            <a:pPr marL="0" lvl="0" indent="0" algn="ctr" rtl="0">
              <a:spcBef>
                <a:spcPts val="640"/>
              </a:spcBef>
              <a:spcAft>
                <a:spcPts val="0"/>
              </a:spcAft>
              <a:buClr>
                <a:schemeClr val="dk1"/>
              </a:buClr>
              <a:buSzPts val="3200"/>
              <a:buNone/>
            </a:pPr>
            <a:r>
              <a:rPr lang="es-PE" i="1" noProof="0" dirty="0"/>
              <a:t>C fue determinante para E</a:t>
            </a:r>
            <a:endParaRPr lang="es-PE" noProof="0" dirty="0"/>
          </a:p>
          <a:p>
            <a:pPr marL="0" lvl="0" indent="0" algn="ctr" rtl="0">
              <a:spcBef>
                <a:spcPts val="640"/>
              </a:spcBef>
              <a:spcAft>
                <a:spcPts val="0"/>
              </a:spcAft>
              <a:buClr>
                <a:schemeClr val="dk1"/>
              </a:buClr>
              <a:buSzPts val="3200"/>
              <a:buNone/>
            </a:pPr>
            <a:r>
              <a:rPr lang="es-PE" i="1" noProof="0" dirty="0"/>
              <a:t>E fue un efecto de C</a:t>
            </a:r>
            <a:endParaRPr lang="es-PE"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Tipos de relación causal</a:t>
            </a:r>
          </a:p>
        </p:txBody>
      </p:sp>
      <p:sp>
        <p:nvSpPr>
          <p:cNvPr id="142" name="Google Shape;142;p10"/>
          <p:cNvSpPr txBox="1">
            <a:spLocks noGrp="1"/>
          </p:cNvSpPr>
          <p:nvPr>
            <p:ph type="body" idx="1"/>
          </p:nvPr>
        </p:nvSpPr>
        <p:spPr>
          <a:xfrm>
            <a:off x="372880" y="1585210"/>
            <a:ext cx="8398240" cy="4525963"/>
          </a:xfrm>
          <a:prstGeom prst="rect">
            <a:avLst/>
          </a:prstGeom>
          <a:noFill/>
          <a:ln>
            <a:noFill/>
          </a:ln>
        </p:spPr>
        <p:txBody>
          <a:bodyPr spcFirstLastPara="1" wrap="square" lIns="91425" tIns="45700" rIns="91425" bIns="45700" anchor="t" anchorCtr="0">
            <a:normAutofit/>
          </a:bodyPr>
          <a:lstStyle/>
          <a:p>
            <a:pPr marL="514350" lvl="0" indent="-514350" algn="l" rtl="0">
              <a:spcBef>
                <a:spcPts val="0"/>
              </a:spcBef>
              <a:spcAft>
                <a:spcPts val="0"/>
              </a:spcAft>
              <a:buClr>
                <a:schemeClr val="dk1"/>
              </a:buClr>
              <a:buSzPts val="3200"/>
              <a:buAutoNum type="arabicPeriod"/>
            </a:pPr>
            <a:r>
              <a:rPr lang="es-PE" b="1" i="1" noProof="0" dirty="0"/>
              <a:t>C es condición necesaria de E</a:t>
            </a:r>
          </a:p>
          <a:p>
            <a:pPr marL="0" indent="0" algn="just">
              <a:spcBef>
                <a:spcPts val="640"/>
              </a:spcBef>
              <a:buSzPts val="3200"/>
              <a:buNone/>
            </a:pPr>
            <a:r>
              <a:rPr lang="es-PE" i="1" noProof="0" dirty="0"/>
              <a:t>C</a:t>
            </a:r>
            <a:r>
              <a:rPr lang="es-PE" noProof="0" dirty="0"/>
              <a:t> es el único factor que precede constantemente la ocurrencia de </a:t>
            </a:r>
            <a:r>
              <a:rPr lang="es-PE" i="1" noProof="0" dirty="0"/>
              <a:t>E</a:t>
            </a:r>
            <a:r>
              <a:rPr lang="es-PE" noProof="0" dirty="0"/>
              <a:t>. A diferencia de </a:t>
            </a:r>
            <a:r>
              <a:rPr lang="es-PE" i="1" noProof="0" dirty="0"/>
              <a:t>C</a:t>
            </a:r>
            <a:r>
              <a:rPr lang="es-PE" noProof="0" dirty="0"/>
              <a:t>, l</a:t>
            </a:r>
            <a:r>
              <a:rPr lang="es-PE" dirty="0"/>
              <a:t>os otros pueden no darse y, aún así, darse </a:t>
            </a:r>
            <a:r>
              <a:rPr lang="es-PE" i="1" dirty="0"/>
              <a:t>E.</a:t>
            </a:r>
            <a:endParaRPr lang="es-PE" i="1" noProof="0" dirty="0"/>
          </a:p>
          <a:p>
            <a:pPr indent="-457200">
              <a:spcBef>
                <a:spcPts val="640"/>
              </a:spcBef>
              <a:buSzPts val="3200"/>
            </a:pPr>
            <a:endParaRPr lang="es-PE" noProof="0" dirty="0"/>
          </a:p>
          <a:p>
            <a:pPr marL="0" lvl="0" indent="0" algn="l" rtl="0">
              <a:spcBef>
                <a:spcPts val="640"/>
              </a:spcBef>
              <a:spcAft>
                <a:spcPts val="0"/>
              </a:spcAft>
              <a:buClr>
                <a:schemeClr val="dk1"/>
              </a:buClr>
              <a:buSzPts val="3200"/>
              <a:buNone/>
            </a:pPr>
            <a:r>
              <a:rPr lang="es-PE" b="1" noProof="0" dirty="0"/>
              <a:t>Formalización:</a:t>
            </a:r>
            <a:r>
              <a:rPr lang="es-PE" noProof="0" dirty="0"/>
              <a:t> </a:t>
            </a:r>
            <a:r>
              <a:rPr lang="es-PE" i="1" noProof="0" dirty="0"/>
              <a:t>No</a:t>
            </a:r>
            <a:r>
              <a:rPr lang="es-PE" noProof="0" dirty="0"/>
              <a:t> </a:t>
            </a:r>
            <a:r>
              <a:rPr lang="es-PE" i="1" noProof="0" dirty="0"/>
              <a:t>C → No E</a:t>
            </a:r>
            <a:endParaRPr lang="es-PE" noProof="0" dirty="0"/>
          </a:p>
          <a:p>
            <a:pPr marL="0" lvl="0" indent="0" algn="l" rtl="0">
              <a:spcBef>
                <a:spcPts val="640"/>
              </a:spcBef>
              <a:spcAft>
                <a:spcPts val="0"/>
              </a:spcAft>
              <a:buClr>
                <a:schemeClr val="dk1"/>
              </a:buClr>
              <a:buSzPts val="3200"/>
              <a:buNone/>
            </a:pPr>
            <a:endParaRPr lang="es-PE" i="1" noProof="0" dirty="0"/>
          </a:p>
          <a:p>
            <a:pPr marL="0" lvl="0" indent="0" algn="ctr" rtl="0">
              <a:spcBef>
                <a:spcPts val="640"/>
              </a:spcBef>
              <a:spcAft>
                <a:spcPts val="0"/>
              </a:spcAft>
              <a:buClr>
                <a:schemeClr val="dk1"/>
              </a:buClr>
              <a:buSzPts val="3200"/>
              <a:buNone/>
            </a:pPr>
            <a:r>
              <a:rPr lang="es-PE" b="1" noProof="0" dirty="0"/>
              <a:t>El ejemplo 1 es de este tipo</a:t>
            </a:r>
            <a:endParaRPr lang="es-PE"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Tipos de relación causal</a:t>
            </a:r>
          </a:p>
        </p:txBody>
      </p:sp>
      <p:sp>
        <p:nvSpPr>
          <p:cNvPr id="136" name="Google Shape;136;p9"/>
          <p:cNvSpPr txBox="1">
            <a:spLocks noGrp="1"/>
          </p:cNvSpPr>
          <p:nvPr>
            <p:ph type="body" idx="1"/>
          </p:nvPr>
        </p:nvSpPr>
        <p:spPr>
          <a:xfrm>
            <a:off x="457200" y="158877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s-PE" b="1" i="1" dirty="0"/>
              <a:t>2. </a:t>
            </a:r>
            <a:r>
              <a:rPr lang="es-PE" b="1" i="1" noProof="0" dirty="0"/>
              <a:t>C es condición suficiente de E</a:t>
            </a:r>
            <a:endParaRPr lang="es-PE" noProof="0" dirty="0"/>
          </a:p>
          <a:p>
            <a:pPr marL="0" indent="0" algn="just">
              <a:spcBef>
                <a:spcPts val="640"/>
              </a:spcBef>
              <a:buSzPts val="3200"/>
              <a:buNone/>
            </a:pPr>
            <a:r>
              <a:rPr lang="es-PE" i="1" noProof="0" dirty="0"/>
              <a:t>C</a:t>
            </a:r>
            <a:r>
              <a:rPr lang="es-PE" noProof="0" dirty="0"/>
              <a:t> hace la diferencia en relación con los otros factores causales respecto a la ocurrencia de </a:t>
            </a:r>
            <a:r>
              <a:rPr lang="es-PE" i="1" noProof="0" dirty="0"/>
              <a:t>E</a:t>
            </a:r>
            <a:r>
              <a:rPr lang="es-PE" dirty="0"/>
              <a:t>. Sin C, los otros no bastan para dar lugar a </a:t>
            </a:r>
            <a:r>
              <a:rPr lang="es-PE" i="1" dirty="0"/>
              <a:t>E.</a:t>
            </a:r>
          </a:p>
          <a:p>
            <a:pPr marL="0" indent="0" algn="just">
              <a:spcBef>
                <a:spcPts val="640"/>
              </a:spcBef>
              <a:buSzPts val="3200"/>
              <a:buNone/>
            </a:pPr>
            <a:endParaRPr lang="es-PE" b="1" noProof="0" dirty="0"/>
          </a:p>
          <a:p>
            <a:pPr marL="0" lvl="0" indent="0" algn="l" rtl="0">
              <a:spcBef>
                <a:spcPts val="640"/>
              </a:spcBef>
              <a:spcAft>
                <a:spcPts val="0"/>
              </a:spcAft>
              <a:buClr>
                <a:schemeClr val="dk1"/>
              </a:buClr>
              <a:buSzPts val="3200"/>
              <a:buNone/>
            </a:pPr>
            <a:r>
              <a:rPr lang="es-PE" b="1" noProof="0" dirty="0"/>
              <a:t>Formalización:</a:t>
            </a:r>
            <a:r>
              <a:rPr lang="es-PE" noProof="0" dirty="0"/>
              <a:t> </a:t>
            </a:r>
            <a:r>
              <a:rPr lang="es-PE" i="1" noProof="0" dirty="0"/>
              <a:t>C → E</a:t>
            </a:r>
            <a:endParaRPr lang="es-PE" noProof="0" dirty="0"/>
          </a:p>
          <a:p>
            <a:pPr marL="0" lvl="0" indent="0" algn="l" rtl="0">
              <a:spcBef>
                <a:spcPts val="640"/>
              </a:spcBef>
              <a:spcAft>
                <a:spcPts val="0"/>
              </a:spcAft>
              <a:buClr>
                <a:schemeClr val="dk1"/>
              </a:buClr>
              <a:buSzPts val="3200"/>
              <a:buNone/>
            </a:pPr>
            <a:endParaRPr lang="es-PE" i="1" noProof="0" dirty="0"/>
          </a:p>
          <a:p>
            <a:pPr marL="0" lvl="0" indent="0" algn="ctr" rtl="0">
              <a:spcBef>
                <a:spcPts val="640"/>
              </a:spcBef>
              <a:spcAft>
                <a:spcPts val="0"/>
              </a:spcAft>
              <a:buClr>
                <a:schemeClr val="dk1"/>
              </a:buClr>
              <a:buSzPts val="3200"/>
              <a:buNone/>
            </a:pPr>
            <a:r>
              <a:rPr lang="es-PE" b="1" noProof="0" dirty="0"/>
              <a:t>El ejemplo 2 es de este tipo</a:t>
            </a:r>
            <a:endParaRPr lang="es-PE"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Tipos de relación causal</a:t>
            </a:r>
          </a:p>
        </p:txBody>
      </p:sp>
      <mc:AlternateContent xmlns:mc="http://schemas.openxmlformats.org/markup-compatibility/2006">
        <mc:Choice xmlns:a14="http://schemas.microsoft.com/office/drawing/2010/main" Requires="a14">
          <p:sp>
            <p:nvSpPr>
              <p:cNvPr id="148" name="Google Shape;148;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14350" lvl="0" indent="-514350" algn="l" rtl="0">
                  <a:spcBef>
                    <a:spcPts val="0"/>
                  </a:spcBef>
                  <a:spcAft>
                    <a:spcPts val="0"/>
                  </a:spcAft>
                  <a:buClr>
                    <a:schemeClr val="dk1"/>
                  </a:buClr>
                  <a:buSzPts val="3200"/>
                  <a:buFont typeface="Calibri"/>
                  <a:buAutoNum type="arabicPeriod" startAt="3"/>
                </a:pPr>
                <a:r>
                  <a:rPr lang="es-PE" b="1" i="1" noProof="0" dirty="0"/>
                  <a:t> C es condición suficiente y necesaria de E</a:t>
                </a:r>
                <a:endParaRPr lang="es-PE" noProof="0" dirty="0"/>
              </a:p>
              <a:p>
                <a:pPr marL="0" indent="0" algn="just">
                  <a:spcBef>
                    <a:spcPts val="640"/>
                  </a:spcBef>
                  <a:buSzPts val="3200"/>
                  <a:buNone/>
                </a:pPr>
                <a:r>
                  <a:rPr lang="es-PE" i="1" dirty="0"/>
                  <a:t>C</a:t>
                </a:r>
                <a:r>
                  <a:rPr lang="es-PE" dirty="0"/>
                  <a:t> es el único factor causal que precede constantemente la ocurrencia de </a:t>
                </a:r>
                <a:r>
                  <a:rPr lang="es-PE" i="1" dirty="0"/>
                  <a:t>E</a:t>
                </a:r>
                <a:r>
                  <a:rPr lang="es-PE" dirty="0"/>
                  <a:t> y, sin C, los otros factores no bastan para dar lugar a </a:t>
                </a:r>
                <a:r>
                  <a:rPr lang="es-PE" i="1" dirty="0"/>
                  <a:t>E.</a:t>
                </a:r>
              </a:p>
              <a:p>
                <a:pPr marL="0" indent="0" algn="just">
                  <a:spcBef>
                    <a:spcPts val="640"/>
                  </a:spcBef>
                  <a:buSzPts val="3200"/>
                  <a:buNone/>
                </a:pPr>
                <a:endParaRPr lang="es-PE" noProof="0" dirty="0"/>
              </a:p>
              <a:p>
                <a:pPr marL="0" lvl="0" indent="0">
                  <a:spcBef>
                    <a:spcPts val="640"/>
                  </a:spcBef>
                  <a:buSzPts val="3200"/>
                  <a:buNone/>
                </a:pPr>
                <a:r>
                  <a:rPr lang="es-PE" b="1" noProof="0" dirty="0"/>
                  <a:t>Formalización:</a:t>
                </a:r>
                <a:r>
                  <a:rPr lang="es-PE" noProof="0" dirty="0"/>
                  <a:t> </a:t>
                </a:r>
                <a:r>
                  <a:rPr lang="es-PE" i="1" noProof="0" dirty="0"/>
                  <a:t>(No </a:t>
                </a:r>
                <a:r>
                  <a:rPr lang="es-PE" i="1" noProof="0" dirty="0" err="1"/>
                  <a:t>C→No</a:t>
                </a:r>
                <a:r>
                  <a:rPr lang="es-PE" i="1" noProof="0" dirty="0"/>
                  <a:t> E) </a:t>
                </a:r>
                <a:r>
                  <a:rPr lang="es-PE" i="1" dirty="0"/>
                  <a:t>y (C→E)</a:t>
                </a:r>
                <a:r>
                  <a:rPr lang="es-PE" i="1" noProof="0" dirty="0"/>
                  <a:t> / C</a:t>
                </a:r>
                <a14:m>
                  <m:oMath xmlns:m="http://schemas.openxmlformats.org/officeDocument/2006/math">
                    <m:r>
                      <a:rPr lang="es-PE" i="1" noProof="0" smtClean="0">
                        <a:latin typeface="Cambria Math" panose="02040503050406030204" pitchFamily="18" charset="0"/>
                        <a:ea typeface="Cambria Math" panose="02040503050406030204" pitchFamily="18" charset="0"/>
                      </a:rPr>
                      <m:t>↔</m:t>
                    </m:r>
                  </m:oMath>
                </a14:m>
                <a:r>
                  <a:rPr lang="es-PE" i="1" noProof="0" dirty="0"/>
                  <a:t>E</a:t>
                </a:r>
                <a:endParaRPr lang="es-PE" noProof="0" dirty="0"/>
              </a:p>
              <a:p>
                <a:pPr marL="0" lvl="0" indent="0" algn="l" rtl="0">
                  <a:spcBef>
                    <a:spcPts val="640"/>
                  </a:spcBef>
                  <a:spcAft>
                    <a:spcPts val="0"/>
                  </a:spcAft>
                  <a:buClr>
                    <a:schemeClr val="dk1"/>
                  </a:buClr>
                  <a:buSzPts val="3200"/>
                  <a:buNone/>
                </a:pPr>
                <a:endParaRPr lang="es-PE" i="1" noProof="0" dirty="0"/>
              </a:p>
              <a:p>
                <a:pPr marL="0" lvl="0" indent="0" algn="ctr" rtl="0">
                  <a:spcBef>
                    <a:spcPts val="640"/>
                  </a:spcBef>
                  <a:spcAft>
                    <a:spcPts val="0"/>
                  </a:spcAft>
                  <a:buClr>
                    <a:schemeClr val="dk1"/>
                  </a:buClr>
                  <a:buSzPts val="3200"/>
                  <a:buNone/>
                </a:pPr>
                <a:r>
                  <a:rPr lang="es-PE" b="1" noProof="0" dirty="0"/>
                  <a:t>El ejemplo 3 es de este tipo</a:t>
                </a:r>
                <a:endParaRPr lang="es-PE" noProof="0" dirty="0"/>
              </a:p>
            </p:txBody>
          </p:sp>
        </mc:Choice>
        <mc:Fallback>
          <p:sp>
            <p:nvSpPr>
              <p:cNvPr id="148" name="Google Shape;148;p11"/>
              <p:cNvSpPr txBox="1">
                <a:spLocks noGrp="1" noRot="1" noChangeAspect="1" noMove="1" noResize="1" noEditPoints="1" noAdjustHandles="1" noChangeArrowheads="1" noChangeShapeType="1" noTextEdit="1"/>
              </p:cNvSpPr>
              <p:nvPr>
                <p:ph type="body" idx="1"/>
              </p:nvPr>
            </p:nvSpPr>
            <p:spPr>
              <a:xfrm>
                <a:off x="457200" y="1600200"/>
                <a:ext cx="8229600" cy="4525963"/>
              </a:xfrm>
              <a:prstGeom prst="rect">
                <a:avLst/>
              </a:prstGeom>
              <a:blipFill>
                <a:blip r:embed="rId3"/>
                <a:stretch>
                  <a:fillRect l="-2000" t="-2156" r="-1852" b="-1078"/>
                </a:stretch>
              </a:blipFill>
              <a:ln>
                <a:noFill/>
              </a:ln>
            </p:spPr>
            <p:txBody>
              <a:bodyPr/>
              <a:lstStyle/>
              <a:p>
                <a:r>
                  <a:rPr lang="es-PE">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Correlación y causalidad</a:t>
            </a:r>
          </a:p>
        </p:txBody>
      </p:sp>
      <p:sp>
        <p:nvSpPr>
          <p:cNvPr id="160" name="Google Shape;160;p13"/>
          <p:cNvSpPr txBox="1">
            <a:spLocks noGrp="1"/>
          </p:cNvSpPr>
          <p:nvPr>
            <p:ph type="body" idx="1"/>
          </p:nvPr>
        </p:nvSpPr>
        <p:spPr>
          <a:xfrm>
            <a:off x="351303" y="1600200"/>
            <a:ext cx="8335497"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s-PE" noProof="0" dirty="0"/>
              <a:t>La coincidencia reiterada de las ocurrencias de </a:t>
            </a:r>
            <a:r>
              <a:rPr lang="es-PE" i="1" noProof="0" dirty="0"/>
              <a:t>H </a:t>
            </a:r>
            <a:r>
              <a:rPr lang="es-PE" noProof="0" dirty="0"/>
              <a:t>y </a:t>
            </a:r>
            <a:r>
              <a:rPr lang="es-PE" i="1" noProof="0" dirty="0"/>
              <a:t>Q</a:t>
            </a:r>
            <a:r>
              <a:rPr lang="es-PE" noProof="0" dirty="0"/>
              <a:t>, no implica, necesariamente, que </a:t>
            </a:r>
            <a:r>
              <a:rPr lang="es-PE" i="1" noProof="0" dirty="0"/>
              <a:t>H </a:t>
            </a:r>
            <a:r>
              <a:rPr lang="es-PE" noProof="0" dirty="0"/>
              <a:t>sea causa de </a:t>
            </a:r>
            <a:r>
              <a:rPr lang="es-PE" i="1" noProof="0" dirty="0"/>
              <a:t>Q</a:t>
            </a:r>
            <a:r>
              <a:rPr lang="es-PE" noProof="0" dirty="0"/>
              <a:t>. Por si solo, </a:t>
            </a:r>
            <a:r>
              <a:rPr lang="es-PE" dirty="0"/>
              <a:t>e</a:t>
            </a:r>
            <a:r>
              <a:rPr lang="es-PE" noProof="0" dirty="0" err="1"/>
              <a:t>sto</a:t>
            </a:r>
            <a:r>
              <a:rPr lang="es-PE" noProof="0" dirty="0"/>
              <a:t> es evidencia de una correlación</a:t>
            </a:r>
            <a:r>
              <a:rPr lang="es-PE" b="1" noProof="0" dirty="0"/>
              <a:t> </a:t>
            </a:r>
            <a:r>
              <a:rPr lang="es-PE" noProof="0" dirty="0"/>
              <a:t>entre </a:t>
            </a:r>
            <a:r>
              <a:rPr lang="es-PE" i="1" noProof="0" dirty="0"/>
              <a:t>H </a:t>
            </a:r>
            <a:r>
              <a:rPr lang="es-PE" noProof="0" dirty="0"/>
              <a:t>y Q.</a:t>
            </a:r>
          </a:p>
          <a:p>
            <a:pPr marL="342900" lvl="0" indent="-139700" algn="l" rtl="0">
              <a:spcBef>
                <a:spcPts val="640"/>
              </a:spcBef>
              <a:spcAft>
                <a:spcPts val="0"/>
              </a:spcAft>
              <a:buClr>
                <a:schemeClr val="dk1"/>
              </a:buClr>
              <a:buSzPts val="3200"/>
              <a:buNone/>
            </a:pPr>
            <a:endParaRPr lang="es-PE" noProof="0" dirty="0"/>
          </a:p>
          <a:p>
            <a:pPr marL="342900" lvl="0" indent="-342900" algn="just" rtl="0">
              <a:spcBef>
                <a:spcPts val="640"/>
              </a:spcBef>
              <a:spcAft>
                <a:spcPts val="0"/>
              </a:spcAft>
              <a:buClr>
                <a:schemeClr val="dk1"/>
              </a:buClr>
              <a:buSzPts val="3200"/>
              <a:buChar char="•"/>
            </a:pPr>
            <a:r>
              <a:rPr lang="es-PE" noProof="0" dirty="0"/>
              <a:t>La correlación no implica por sí misma causación, pero la ausencia de correlación sí implica ausencia de causación.</a:t>
            </a:r>
          </a:p>
          <a:p>
            <a:pPr marL="0" lvl="0" indent="0" algn="ctr" rtl="0">
              <a:spcBef>
                <a:spcPts val="640"/>
              </a:spcBef>
              <a:spcAft>
                <a:spcPts val="0"/>
              </a:spcAft>
              <a:buClr>
                <a:schemeClr val="dk1"/>
              </a:buClr>
              <a:buSzPts val="3200"/>
              <a:buNone/>
            </a:pPr>
            <a:endParaRPr lang="es-PE" b="1" noProof="0" dirty="0"/>
          </a:p>
          <a:p>
            <a:pPr marL="0" lvl="0" indent="0" algn="ctr" rtl="0">
              <a:spcBef>
                <a:spcPts val="640"/>
              </a:spcBef>
              <a:spcAft>
                <a:spcPts val="0"/>
              </a:spcAft>
              <a:buClr>
                <a:schemeClr val="dk1"/>
              </a:buClr>
              <a:buSzPts val="3200"/>
              <a:buNone/>
            </a:pPr>
            <a:endParaRPr lang="es-PE" b="1" noProof="0" dirty="0"/>
          </a:p>
          <a:p>
            <a:pPr marL="0" lvl="0" indent="0" algn="ctr" rtl="0">
              <a:spcBef>
                <a:spcPts val="640"/>
              </a:spcBef>
              <a:spcAft>
                <a:spcPts val="0"/>
              </a:spcAft>
              <a:buClr>
                <a:schemeClr val="dk1"/>
              </a:buClr>
              <a:buSzPts val="3200"/>
              <a:buNone/>
            </a:pPr>
            <a:endParaRPr lang="es-PE" i="1" noProof="0" dirty="0"/>
          </a:p>
          <a:p>
            <a:pPr marL="0" lvl="0" indent="0" algn="ctr" rtl="0">
              <a:spcBef>
                <a:spcPts val="640"/>
              </a:spcBef>
              <a:spcAft>
                <a:spcPts val="0"/>
              </a:spcAft>
              <a:buClr>
                <a:schemeClr val="dk1"/>
              </a:buClr>
              <a:buSzPts val="3200"/>
              <a:buNone/>
            </a:pPr>
            <a:endParaRPr lang="es-PE" i="1"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2DF397-518E-0A79-ED15-35328A0EA5C1}"/>
              </a:ext>
            </a:extLst>
          </p:cNvPr>
          <p:cNvSpPr>
            <a:spLocks noGrp="1"/>
          </p:cNvSpPr>
          <p:nvPr>
            <p:ph type="title"/>
          </p:nvPr>
        </p:nvSpPr>
        <p:spPr/>
        <p:txBody>
          <a:bodyPr/>
          <a:lstStyle/>
          <a:p>
            <a:pPr algn="l"/>
            <a:r>
              <a:rPr lang="es-PE" noProof="0" dirty="0"/>
              <a:t>Ejemplo</a:t>
            </a:r>
          </a:p>
        </p:txBody>
      </p:sp>
      <p:sp>
        <p:nvSpPr>
          <p:cNvPr id="5" name="Marcador de texto 4">
            <a:extLst>
              <a:ext uri="{FF2B5EF4-FFF2-40B4-BE49-F238E27FC236}">
                <a16:creationId xmlns:a16="http://schemas.microsoft.com/office/drawing/2014/main" id="{B53FB2DE-6983-3C6C-93FF-3B6B78C7F1B7}"/>
              </a:ext>
            </a:extLst>
          </p:cNvPr>
          <p:cNvSpPr>
            <a:spLocks noGrp="1"/>
          </p:cNvSpPr>
          <p:nvPr>
            <p:ph type="body" idx="1"/>
          </p:nvPr>
        </p:nvSpPr>
        <p:spPr>
          <a:xfrm>
            <a:off x="457200" y="1600201"/>
            <a:ext cx="8229600" cy="3383280"/>
          </a:xfrm>
        </p:spPr>
        <p:txBody>
          <a:bodyPr>
            <a:normAutofit fontScale="92500" lnSpcReduction="20000"/>
          </a:bodyPr>
          <a:lstStyle/>
          <a:p>
            <a:pPr marL="114300" indent="0" algn="just">
              <a:buNone/>
            </a:pPr>
            <a:r>
              <a:rPr lang="es-PE" noProof="0" dirty="0"/>
              <a:t>Laura ha comenzado a comportarse mal en sus clases de inglés. Antes era una niña muy tranquila y respetuosa, pero ahora desafía a su profesora y molesta constantemente a sus compañeros. La última semana he ido a esperarla a la hora de la salida y siempre ha salido hablando con Pascal. Por ello, es evidente que su relación con él ha generado su cambio de comportamiento.</a:t>
            </a:r>
          </a:p>
        </p:txBody>
      </p:sp>
      <p:sp>
        <p:nvSpPr>
          <p:cNvPr id="4" name="CuadroTexto 3">
            <a:extLst>
              <a:ext uri="{FF2B5EF4-FFF2-40B4-BE49-F238E27FC236}">
                <a16:creationId xmlns:a16="http://schemas.microsoft.com/office/drawing/2014/main" id="{269D442B-3B52-A9BF-CE4C-6A0286E41BA0}"/>
              </a:ext>
            </a:extLst>
          </p:cNvPr>
          <p:cNvSpPr txBox="1"/>
          <p:nvPr/>
        </p:nvSpPr>
        <p:spPr>
          <a:xfrm>
            <a:off x="542925" y="4983481"/>
            <a:ext cx="8058150" cy="1015663"/>
          </a:xfrm>
          <a:prstGeom prst="rect">
            <a:avLst/>
          </a:prstGeom>
          <a:noFill/>
        </p:spPr>
        <p:txBody>
          <a:bodyPr wrap="square">
            <a:spAutoFit/>
          </a:bodyPr>
          <a:lstStyle/>
          <a:p>
            <a:pPr marL="114300" indent="0" algn="just">
              <a:buNone/>
            </a:pPr>
            <a:r>
              <a:rPr lang="es-PE" sz="2000" b="1" noProof="0" dirty="0"/>
              <a:t>Con esta información solo se puede decir que la compañía de Pascal está correlacionada con el cambio de actitud de Laura, pero no hay información suficiente para decir que es su causa.</a:t>
            </a:r>
          </a:p>
        </p:txBody>
      </p:sp>
    </p:spTree>
    <p:extLst>
      <p:ext uri="{BB962C8B-B14F-4D97-AF65-F5344CB8AC3E}">
        <p14:creationId xmlns:p14="http://schemas.microsoft.com/office/powerpoint/2010/main" val="3239097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Correlación  y  causalidad</a:t>
            </a:r>
            <a:endParaRPr lang="es-PE" i="1" noProof="0" dirty="0"/>
          </a:p>
        </p:txBody>
      </p:sp>
      <p:sp>
        <p:nvSpPr>
          <p:cNvPr id="166" name="Google Shape;166;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Char char="•"/>
            </a:pPr>
            <a:r>
              <a:rPr lang="es-PE" noProof="0" dirty="0"/>
              <a:t>Si </a:t>
            </a:r>
            <a:r>
              <a:rPr lang="es-PE" i="1" noProof="0" dirty="0"/>
              <a:t>H </a:t>
            </a:r>
            <a:r>
              <a:rPr lang="es-PE" noProof="0" dirty="0"/>
              <a:t>y </a:t>
            </a:r>
            <a:r>
              <a:rPr lang="es-PE" i="1" noProof="0" dirty="0"/>
              <a:t>Q </a:t>
            </a:r>
            <a:r>
              <a:rPr lang="es-PE" noProof="0" dirty="0"/>
              <a:t>están correlacionados, puede darse alguno de los siguientes escenarios:</a:t>
            </a:r>
            <a:endParaRPr lang="es-PE" i="1" noProof="0" dirty="0"/>
          </a:p>
          <a:p>
            <a:pPr marL="1163638" lvl="0" indent="-514350" algn="l" rtl="0">
              <a:spcBef>
                <a:spcPts val="518"/>
              </a:spcBef>
              <a:spcAft>
                <a:spcPts val="0"/>
              </a:spcAft>
              <a:buClr>
                <a:schemeClr val="dk1"/>
              </a:buClr>
              <a:buSzPct val="100000"/>
              <a:buFont typeface="Calibri"/>
              <a:buAutoNum type="alphaLcPeriod"/>
            </a:pPr>
            <a:r>
              <a:rPr lang="es-PE" sz="2800" i="1" noProof="0" dirty="0"/>
              <a:t>Q </a:t>
            </a:r>
            <a:r>
              <a:rPr lang="es-PE" sz="2800" noProof="0" dirty="0"/>
              <a:t>es causa de </a:t>
            </a:r>
            <a:r>
              <a:rPr lang="es-PE" sz="2800" i="1" noProof="0" dirty="0"/>
              <a:t>H.</a:t>
            </a:r>
            <a:endParaRPr lang="es-PE" noProof="0" dirty="0"/>
          </a:p>
          <a:p>
            <a:pPr marL="1163638" lvl="0" indent="-514350" algn="l" rtl="0">
              <a:spcBef>
                <a:spcPts val="518"/>
              </a:spcBef>
              <a:spcAft>
                <a:spcPts val="0"/>
              </a:spcAft>
              <a:buClr>
                <a:schemeClr val="dk1"/>
              </a:buClr>
              <a:buSzPct val="100000"/>
              <a:buFont typeface="Calibri"/>
              <a:buAutoNum type="alphaLcPeriod"/>
            </a:pPr>
            <a:r>
              <a:rPr lang="es-PE" sz="2800" i="1" noProof="0" dirty="0"/>
              <a:t>H </a:t>
            </a:r>
            <a:r>
              <a:rPr lang="es-PE" sz="2800" noProof="0" dirty="0"/>
              <a:t>es causa de </a:t>
            </a:r>
            <a:r>
              <a:rPr lang="es-PE" sz="2800" i="1" noProof="0" dirty="0"/>
              <a:t>Q.</a:t>
            </a:r>
            <a:endParaRPr lang="es-PE" noProof="0" dirty="0"/>
          </a:p>
          <a:p>
            <a:pPr marL="1163638" lvl="0" indent="-514350" algn="l" rtl="0">
              <a:spcBef>
                <a:spcPts val="518"/>
              </a:spcBef>
              <a:spcAft>
                <a:spcPts val="0"/>
              </a:spcAft>
              <a:buClr>
                <a:schemeClr val="dk1"/>
              </a:buClr>
              <a:buSzPct val="100000"/>
              <a:buFont typeface="Calibri"/>
              <a:buAutoNum type="alphaLcPeriod"/>
            </a:pPr>
            <a:r>
              <a:rPr lang="es-PE" sz="2800" i="1" noProof="0" dirty="0"/>
              <a:t>H </a:t>
            </a:r>
            <a:r>
              <a:rPr lang="es-PE" sz="2800" noProof="0" dirty="0"/>
              <a:t>y </a:t>
            </a:r>
            <a:r>
              <a:rPr lang="es-PE" sz="2800" i="1" noProof="0" dirty="0"/>
              <a:t>Q </a:t>
            </a:r>
            <a:r>
              <a:rPr lang="es-PE" sz="2800" noProof="0" dirty="0"/>
              <a:t>están correlacionados por coincidencia.</a:t>
            </a:r>
            <a:endParaRPr lang="es-PE" noProof="0" dirty="0"/>
          </a:p>
          <a:p>
            <a:pPr marL="1163638" lvl="0" indent="-514350" algn="l" rtl="0">
              <a:spcBef>
                <a:spcPts val="518"/>
              </a:spcBef>
              <a:spcAft>
                <a:spcPts val="0"/>
              </a:spcAft>
              <a:buClr>
                <a:schemeClr val="dk1"/>
              </a:buClr>
              <a:buSzPct val="100000"/>
              <a:buFont typeface="Calibri"/>
              <a:buAutoNum type="alphaLcPeriod"/>
            </a:pPr>
            <a:r>
              <a:rPr lang="es-PE" sz="2800" i="1" noProof="0" dirty="0"/>
              <a:t>X, </a:t>
            </a:r>
            <a:r>
              <a:rPr lang="es-PE" sz="2800" noProof="0" dirty="0"/>
              <a:t>un tercer factor, es la causa de </a:t>
            </a:r>
            <a:r>
              <a:rPr lang="es-PE" sz="2800" i="1" noProof="0" dirty="0"/>
              <a:t>H </a:t>
            </a:r>
            <a:r>
              <a:rPr lang="es-PE" sz="2800" noProof="0" dirty="0"/>
              <a:t>y </a:t>
            </a:r>
            <a:r>
              <a:rPr lang="es-PE" sz="2800" i="1" noProof="0" dirty="0"/>
              <a:t>Q</a:t>
            </a:r>
            <a:r>
              <a:rPr lang="es-PE" sz="2800" noProof="0" dirty="0"/>
              <a:t>.</a:t>
            </a:r>
            <a:endParaRPr lang="es-PE" sz="2800" i="1" noProof="0" dirty="0"/>
          </a:p>
          <a:p>
            <a:pPr marL="1163638" lvl="0" indent="-349885" algn="l" rtl="0">
              <a:spcBef>
                <a:spcPts val="518"/>
              </a:spcBef>
              <a:spcAft>
                <a:spcPts val="0"/>
              </a:spcAft>
              <a:buClr>
                <a:schemeClr val="dk1"/>
              </a:buClr>
              <a:buSzPct val="100000"/>
              <a:buFont typeface="Calibri"/>
              <a:buNone/>
            </a:pPr>
            <a:endParaRPr lang="es-PE" sz="2800" i="1" noProof="0" dirty="0"/>
          </a:p>
          <a:p>
            <a:pPr marL="342900" lvl="0" indent="-342900" algn="l" rtl="0">
              <a:spcBef>
                <a:spcPts val="518"/>
              </a:spcBef>
              <a:spcAft>
                <a:spcPts val="0"/>
              </a:spcAft>
              <a:buClr>
                <a:schemeClr val="dk1"/>
              </a:buClr>
              <a:buSzPct val="100000"/>
              <a:buChar char="•"/>
            </a:pPr>
            <a:r>
              <a:rPr lang="es-PE" sz="2800" noProof="0" dirty="0"/>
              <a:t>Si </a:t>
            </a:r>
            <a:r>
              <a:rPr lang="es-PE" sz="2800" i="1" noProof="0" dirty="0"/>
              <a:t>Q </a:t>
            </a:r>
            <a:r>
              <a:rPr lang="es-PE" sz="2800" noProof="0" dirty="0"/>
              <a:t>sucede temporalmente antes que </a:t>
            </a:r>
            <a:r>
              <a:rPr lang="es-PE" sz="2800" i="1" noProof="0" dirty="0"/>
              <a:t>H</a:t>
            </a:r>
            <a:r>
              <a:rPr lang="es-PE" sz="2800" noProof="0" dirty="0"/>
              <a:t>, la opción </a:t>
            </a:r>
            <a:r>
              <a:rPr lang="es-PE" sz="2800" i="1" noProof="0" dirty="0"/>
              <a:t>b </a:t>
            </a:r>
            <a:r>
              <a:rPr lang="es-PE" sz="2800" noProof="0" dirty="0"/>
              <a:t>se elimina: la causa no puede ser posterior al efecto.</a:t>
            </a:r>
            <a:endParaRPr lang="es-PE" sz="2800" i="1"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PE" noProof="0" dirty="0"/>
              <a:t>Correlación  y causalidad</a:t>
            </a:r>
          </a:p>
        </p:txBody>
      </p:sp>
      <p:sp>
        <p:nvSpPr>
          <p:cNvPr id="172" name="Google Shape;172;p15"/>
          <p:cNvSpPr txBox="1">
            <a:spLocks noGrp="1"/>
          </p:cNvSpPr>
          <p:nvPr>
            <p:ph type="body" idx="1"/>
          </p:nvPr>
        </p:nvSpPr>
        <p:spPr>
          <a:xfrm>
            <a:off x="457200" y="1789340"/>
            <a:ext cx="8229600" cy="4525963"/>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r>
              <a:rPr lang="es-PE" noProof="0" dirty="0"/>
              <a:t>Cuidado con enunciados de la forma “</a:t>
            </a:r>
            <a:r>
              <a:rPr lang="es-PE" i="1" noProof="0" dirty="0"/>
              <a:t>H </a:t>
            </a:r>
            <a:r>
              <a:rPr lang="es-PE" noProof="0" dirty="0"/>
              <a:t>está conectado con </a:t>
            </a:r>
            <a:r>
              <a:rPr lang="es-PE" i="1" noProof="0" dirty="0"/>
              <a:t>Q</a:t>
            </a:r>
            <a:r>
              <a:rPr lang="es-PE" noProof="0" dirty="0"/>
              <a:t>” o “</a:t>
            </a:r>
            <a:r>
              <a:rPr lang="es-PE" i="1" noProof="0" dirty="0"/>
              <a:t>H </a:t>
            </a:r>
            <a:r>
              <a:rPr lang="es-PE" noProof="0" dirty="0"/>
              <a:t>está asociado con </a:t>
            </a:r>
            <a:r>
              <a:rPr lang="es-PE" i="1" noProof="0" dirty="0"/>
              <a:t>Q</a:t>
            </a:r>
            <a:r>
              <a:rPr lang="es-PE" noProof="0" dirty="0"/>
              <a:t> ”. Estos suelen aparecer en notas periodísticas o discusiones cotidianas, y parecieran establecer una relación de causalidad entre </a:t>
            </a:r>
            <a:r>
              <a:rPr lang="es-PE" i="1" noProof="0" dirty="0"/>
              <a:t>H </a:t>
            </a:r>
            <a:r>
              <a:rPr lang="es-PE" noProof="0" dirty="0"/>
              <a:t>y </a:t>
            </a:r>
            <a:r>
              <a:rPr lang="es-PE" i="1" noProof="0" dirty="0"/>
              <a:t>Q</a:t>
            </a:r>
            <a:r>
              <a:rPr lang="es-PE" noProof="0" dirty="0"/>
              <a:t>, cuando solo son evidencia de una correlación entre ambos. </a:t>
            </a:r>
            <a:endParaRPr lang="es-PE" i="1"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C0B913B9-D63C-F3FE-3B87-25B3214646F1}"/>
              </a:ext>
            </a:extLst>
          </p:cNvPr>
          <p:cNvSpPr>
            <a:spLocks noGrp="1"/>
          </p:cNvSpPr>
          <p:nvPr>
            <p:ph type="title"/>
          </p:nvPr>
        </p:nvSpPr>
        <p:spPr>
          <a:xfrm>
            <a:off x="152400" y="4069896"/>
            <a:ext cx="3526576" cy="2056267"/>
          </a:xfrm>
        </p:spPr>
        <p:txBody>
          <a:bodyPr>
            <a:normAutofit/>
          </a:bodyPr>
          <a:lstStyle/>
          <a:p>
            <a:r>
              <a:rPr lang="es-PE" sz="3600" noProof="0" dirty="0"/>
              <a:t>Los métodos de J. S. Mill </a:t>
            </a:r>
            <a:br>
              <a:rPr lang="es-PE" noProof="0" dirty="0"/>
            </a:br>
            <a:endParaRPr lang="es-PE" noProof="0" dirty="0"/>
          </a:p>
        </p:txBody>
      </p:sp>
      <p:sp>
        <p:nvSpPr>
          <p:cNvPr id="3" name="Subtítulo 2">
            <a:extLst>
              <a:ext uri="{FF2B5EF4-FFF2-40B4-BE49-F238E27FC236}">
                <a16:creationId xmlns:a16="http://schemas.microsoft.com/office/drawing/2014/main" id="{AD94EC47-B120-0391-E280-13904DC20020}"/>
              </a:ext>
            </a:extLst>
          </p:cNvPr>
          <p:cNvSpPr>
            <a:spLocks noGrp="1"/>
          </p:cNvSpPr>
          <p:nvPr>
            <p:ph type="body" idx="1"/>
          </p:nvPr>
        </p:nvSpPr>
        <p:spPr>
          <a:xfrm>
            <a:off x="0" y="2169885"/>
            <a:ext cx="4038600" cy="1259115"/>
          </a:xfrm>
        </p:spPr>
        <p:txBody>
          <a:bodyPr>
            <a:normAutofit/>
          </a:bodyPr>
          <a:lstStyle/>
          <a:p>
            <a:pPr marL="50800" indent="0">
              <a:buNone/>
            </a:pPr>
            <a:r>
              <a:rPr lang="es-PE" sz="3200" noProof="0" dirty="0"/>
              <a:t>¿Cómo establecer una relación causal?</a:t>
            </a:r>
          </a:p>
          <a:p>
            <a:pPr marL="50800" indent="0" algn="l">
              <a:buNone/>
            </a:pPr>
            <a:endParaRPr lang="es-PE" noProof="0" dirty="0"/>
          </a:p>
        </p:txBody>
      </p:sp>
      <p:sp>
        <p:nvSpPr>
          <p:cNvPr id="9" name="Marcador de texto 8">
            <a:extLst>
              <a:ext uri="{FF2B5EF4-FFF2-40B4-BE49-F238E27FC236}">
                <a16:creationId xmlns:a16="http://schemas.microsoft.com/office/drawing/2014/main" id="{EE2AEA90-3F21-07E9-4EAE-68896B09CED1}"/>
              </a:ext>
            </a:extLst>
          </p:cNvPr>
          <p:cNvSpPr>
            <a:spLocks noGrp="1"/>
          </p:cNvSpPr>
          <p:nvPr>
            <p:ph type="body" idx="2"/>
          </p:nvPr>
        </p:nvSpPr>
        <p:spPr/>
        <p:txBody>
          <a:bodyPr/>
          <a:lstStyle/>
          <a:p>
            <a:endParaRPr lang="es-PE" noProof="0" dirty="0"/>
          </a:p>
        </p:txBody>
      </p:sp>
      <p:pic>
        <p:nvPicPr>
          <p:cNvPr id="5" name="Imagen 4" descr="Foto en blanco y negro de un hombre con barba y bigote&#10;&#10;Descripción generada automáticamente con confianza media">
            <a:extLst>
              <a:ext uri="{FF2B5EF4-FFF2-40B4-BE49-F238E27FC236}">
                <a16:creationId xmlns:a16="http://schemas.microsoft.com/office/drawing/2014/main" id="{9ED6F064-C197-F8E3-728E-01F3D93F21CB}"/>
              </a:ext>
            </a:extLst>
          </p:cNvPr>
          <p:cNvPicPr>
            <a:picLocks noChangeAspect="1"/>
          </p:cNvPicPr>
          <p:nvPr/>
        </p:nvPicPr>
        <p:blipFill>
          <a:blip r:embed="rId2"/>
          <a:srcRect l="21726" r="21478" b="2"/>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70696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a:buSzPts val="4400"/>
            </a:pPr>
            <a:r>
              <a:rPr lang="es-PE" noProof="0" dirty="0"/>
              <a:t>A. </a:t>
            </a:r>
            <a:r>
              <a:rPr lang="es-PE" b="1" noProof="0" dirty="0"/>
              <a:t>Método de la concordancia</a:t>
            </a:r>
            <a:endParaRPr lang="es-PE" noProof="0" dirty="0"/>
          </a:p>
        </p:txBody>
      </p:sp>
      <p:sp>
        <p:nvSpPr>
          <p:cNvPr id="183" name="Google Shape;183;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514350" lvl="0" indent="-326390" algn="l" rtl="0">
              <a:spcBef>
                <a:spcPts val="592"/>
              </a:spcBef>
              <a:spcAft>
                <a:spcPts val="0"/>
              </a:spcAft>
              <a:buClr>
                <a:schemeClr val="dk1"/>
              </a:buClr>
              <a:buSzPct val="100000"/>
              <a:buFont typeface="Calibri"/>
              <a:buNone/>
            </a:pPr>
            <a:endParaRPr lang="es-PE" b="1" noProof="0" dirty="0"/>
          </a:p>
          <a:p>
            <a:pPr marL="0" lvl="0" indent="0" algn="just" rtl="0">
              <a:spcBef>
                <a:spcPts val="592"/>
              </a:spcBef>
              <a:spcAft>
                <a:spcPts val="0"/>
              </a:spcAft>
              <a:buClr>
                <a:schemeClr val="dk1"/>
              </a:buClr>
              <a:buSzPct val="100000"/>
              <a:buNone/>
            </a:pPr>
            <a:r>
              <a:rPr lang="es-PE" sz="3600" noProof="0" dirty="0"/>
              <a:t>Si </a:t>
            </a:r>
            <a:r>
              <a:rPr lang="es-PE" sz="3600" i="1" noProof="0" dirty="0"/>
              <a:t>E </a:t>
            </a:r>
            <a:r>
              <a:rPr lang="es-PE" sz="3600" noProof="0" dirty="0"/>
              <a:t>se da en </a:t>
            </a:r>
            <a:r>
              <a:rPr lang="es-PE" sz="3600" i="1" noProof="0" dirty="0"/>
              <a:t>n </a:t>
            </a:r>
            <a:r>
              <a:rPr lang="es-PE" sz="3600" noProof="0" dirty="0"/>
              <a:t>instancias y no se da en </a:t>
            </a:r>
            <a:r>
              <a:rPr lang="es-PE" sz="3600" i="1" noProof="0" dirty="0"/>
              <a:t>m </a:t>
            </a:r>
            <a:r>
              <a:rPr lang="es-PE" sz="3600" noProof="0" dirty="0"/>
              <a:t>ocasiones</a:t>
            </a:r>
            <a:r>
              <a:rPr lang="es-PE" sz="3600" i="1" noProof="0" dirty="0"/>
              <a:t>, </a:t>
            </a:r>
            <a:r>
              <a:rPr lang="es-PE" sz="3600" noProof="0" dirty="0"/>
              <a:t>se debe buscar un factor único, </a:t>
            </a:r>
            <a:r>
              <a:rPr lang="es-PE" sz="3600" i="1" noProof="0" dirty="0"/>
              <a:t>C</a:t>
            </a:r>
            <a:r>
              <a:rPr lang="es-PE" sz="3600" noProof="0" dirty="0"/>
              <a:t>,</a:t>
            </a:r>
            <a:r>
              <a:rPr lang="es-PE" sz="3600" i="1" noProof="0" dirty="0"/>
              <a:t> </a:t>
            </a:r>
            <a:r>
              <a:rPr lang="es-PE" sz="3600" noProof="0" dirty="0"/>
              <a:t>que está presente también en las instancias </a:t>
            </a:r>
            <a:r>
              <a:rPr lang="es-PE" sz="3600" i="1" noProof="0" dirty="0"/>
              <a:t>n. </a:t>
            </a:r>
            <a:r>
              <a:rPr lang="es-PE" sz="3600" noProof="0" dirty="0"/>
              <a:t>Si se encuentra este factor </a:t>
            </a:r>
            <a:r>
              <a:rPr lang="es-PE" sz="3600" i="1" noProof="0" dirty="0"/>
              <a:t>C, </a:t>
            </a:r>
            <a:r>
              <a:rPr lang="es-PE" sz="3600" noProof="0" dirty="0"/>
              <a:t>entonces:</a:t>
            </a:r>
          </a:p>
          <a:p>
            <a:pPr marL="0" lvl="0" indent="0" algn="just" rtl="0">
              <a:spcBef>
                <a:spcPts val="592"/>
              </a:spcBef>
              <a:spcAft>
                <a:spcPts val="0"/>
              </a:spcAft>
              <a:buClr>
                <a:schemeClr val="dk1"/>
              </a:buClr>
              <a:buSzPct val="100000"/>
              <a:buNone/>
            </a:pPr>
            <a:endParaRPr lang="es-PE" i="1" noProof="0" dirty="0"/>
          </a:p>
          <a:p>
            <a:pPr marL="0" lvl="0" indent="0" algn="ctr" rtl="0">
              <a:spcBef>
                <a:spcPts val="666"/>
              </a:spcBef>
              <a:spcAft>
                <a:spcPts val="0"/>
              </a:spcAft>
              <a:buClr>
                <a:schemeClr val="dk1"/>
              </a:buClr>
              <a:buSzPct val="100000"/>
              <a:buNone/>
            </a:pPr>
            <a:r>
              <a:rPr lang="es-PE" sz="3600" b="1" i="1" noProof="0" dirty="0"/>
              <a:t>C es la causa de E, en tanto es su condición necesaria</a:t>
            </a:r>
            <a:endParaRPr lang="es-PE"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4D6FE6B-0FB6-EC74-8106-B60B51B9107E}"/>
              </a:ext>
            </a:extLst>
          </p:cNvPr>
          <p:cNvGraphicFramePr>
            <a:graphicFrameLocks noGrp="1"/>
          </p:cNvGraphicFramePr>
          <p:nvPr>
            <p:extLst>
              <p:ext uri="{D42A27DB-BD31-4B8C-83A1-F6EECF244321}">
                <p14:modId xmlns:p14="http://schemas.microsoft.com/office/powerpoint/2010/main" val="869221337"/>
              </p:ext>
            </p:extLst>
          </p:nvPr>
        </p:nvGraphicFramePr>
        <p:xfrm>
          <a:off x="0" y="1"/>
          <a:ext cx="9144000" cy="6857999"/>
        </p:xfrm>
        <a:graphic>
          <a:graphicData uri="http://schemas.openxmlformats.org/drawingml/2006/table">
            <a:tbl>
              <a:tblPr firstRow="1" bandRow="1">
                <a:tableStyleId>{5C22544A-7EE6-4342-B048-85BDC9FD1C3A}</a:tableStyleId>
              </a:tblPr>
              <a:tblGrid>
                <a:gridCol w="1408851">
                  <a:extLst>
                    <a:ext uri="{9D8B030D-6E8A-4147-A177-3AD203B41FA5}">
                      <a16:colId xmlns:a16="http://schemas.microsoft.com/office/drawing/2014/main" val="2094762978"/>
                    </a:ext>
                  </a:extLst>
                </a:gridCol>
                <a:gridCol w="1687670">
                  <a:extLst>
                    <a:ext uri="{9D8B030D-6E8A-4147-A177-3AD203B41FA5}">
                      <a16:colId xmlns:a16="http://schemas.microsoft.com/office/drawing/2014/main" val="4284188290"/>
                    </a:ext>
                  </a:extLst>
                </a:gridCol>
                <a:gridCol w="1676091">
                  <a:extLst>
                    <a:ext uri="{9D8B030D-6E8A-4147-A177-3AD203B41FA5}">
                      <a16:colId xmlns:a16="http://schemas.microsoft.com/office/drawing/2014/main" val="2494298938"/>
                    </a:ext>
                  </a:extLst>
                </a:gridCol>
                <a:gridCol w="1698521">
                  <a:extLst>
                    <a:ext uri="{9D8B030D-6E8A-4147-A177-3AD203B41FA5}">
                      <a16:colId xmlns:a16="http://schemas.microsoft.com/office/drawing/2014/main" val="3657289375"/>
                    </a:ext>
                  </a:extLst>
                </a:gridCol>
                <a:gridCol w="1343017">
                  <a:extLst>
                    <a:ext uri="{9D8B030D-6E8A-4147-A177-3AD203B41FA5}">
                      <a16:colId xmlns:a16="http://schemas.microsoft.com/office/drawing/2014/main" val="393101605"/>
                    </a:ext>
                  </a:extLst>
                </a:gridCol>
                <a:gridCol w="1329850">
                  <a:extLst>
                    <a:ext uri="{9D8B030D-6E8A-4147-A177-3AD203B41FA5}">
                      <a16:colId xmlns:a16="http://schemas.microsoft.com/office/drawing/2014/main" val="699174050"/>
                    </a:ext>
                  </a:extLst>
                </a:gridCol>
              </a:tblGrid>
              <a:tr h="862801">
                <a:tc>
                  <a:txBody>
                    <a:bodyPr/>
                    <a:lstStyle/>
                    <a:p>
                      <a:pPr algn="ctr"/>
                      <a:r>
                        <a:rPr lang="es-PE" sz="1800" noProof="0" dirty="0"/>
                        <a:t>Objeto de estudio</a:t>
                      </a:r>
                    </a:p>
                  </a:txBody>
                  <a:tcPr anchor="ctr">
                    <a:solidFill>
                      <a:srgbClr val="92D050"/>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1800" noProof="0" dirty="0"/>
                        <a:t>Posibles causas (C)</a:t>
                      </a:r>
                    </a:p>
                  </a:txBody>
                  <a:tcPr anchor="ctr"/>
                </a:tc>
                <a:tc hMerge="1">
                  <a:txBody>
                    <a:bodyPr/>
                    <a:lstStyle/>
                    <a:p>
                      <a:pPr algn="ctr"/>
                      <a:endParaRPr lang="es-PE" sz="1600" dirty="0"/>
                    </a:p>
                  </a:txBody>
                  <a:tcPr anchor="ctr"/>
                </a:tc>
                <a:tc hMerge="1">
                  <a:txBody>
                    <a:bodyPr/>
                    <a:lstStyle/>
                    <a:p>
                      <a:pPr algn="ctr"/>
                      <a:endParaRPr lang="es-PE" sz="1600" dirty="0"/>
                    </a:p>
                  </a:txBody>
                  <a:tcPr anchor="ctr"/>
                </a:tc>
                <a:tc hMerge="1">
                  <a:txBody>
                    <a:bodyPr/>
                    <a:lstStyle/>
                    <a:p>
                      <a:pPr algn="ctr"/>
                      <a:endParaRPr lang="es-PE" sz="1600" dirty="0"/>
                    </a:p>
                  </a:txBody>
                  <a:tcPr anchor="ctr"/>
                </a:tc>
                <a:tc>
                  <a:txBody>
                    <a:bodyPr/>
                    <a:lstStyle/>
                    <a:p>
                      <a:pPr algn="ctr"/>
                      <a:r>
                        <a:rPr lang="es-PE" sz="1800" noProof="0" dirty="0"/>
                        <a:t>Efecto (E)</a:t>
                      </a:r>
                    </a:p>
                  </a:txBody>
                  <a:tcPr anchor="ctr">
                    <a:solidFill>
                      <a:srgbClr val="FFC000"/>
                    </a:solidFill>
                  </a:tcPr>
                </a:tc>
                <a:extLst>
                  <a:ext uri="{0D108BD9-81ED-4DB2-BD59-A6C34878D82A}">
                    <a16:rowId xmlns:a16="http://schemas.microsoft.com/office/drawing/2014/main" val="513185590"/>
                  </a:ext>
                </a:extLst>
              </a:tr>
              <a:tr h="1666018">
                <a:tc>
                  <a:txBody>
                    <a:bodyPr/>
                    <a:lstStyle/>
                    <a:p>
                      <a:pPr algn="ctr"/>
                      <a:r>
                        <a:rPr lang="es-PE" sz="1600" noProof="0" dirty="0"/>
                        <a:t>Puentes en el río Ene</a:t>
                      </a:r>
                    </a:p>
                  </a:txBody>
                  <a:tcPr anchor="ctr"/>
                </a:tc>
                <a:tc>
                  <a:txBody>
                    <a:bodyPr/>
                    <a:lstStyle/>
                    <a:p>
                      <a:pPr algn="ctr"/>
                      <a:r>
                        <a:rPr lang="es-PE" sz="1600" noProof="0" dirty="0"/>
                        <a:t>Concesión a empresa constructora A</a:t>
                      </a:r>
                    </a:p>
                  </a:txBody>
                  <a:tcPr anchor="ctr"/>
                </a:tc>
                <a:tc>
                  <a:txBody>
                    <a:bodyPr/>
                    <a:lstStyle/>
                    <a:p>
                      <a:pPr algn="ctr"/>
                      <a:r>
                        <a:rPr lang="es-PE" sz="1600" noProof="0" dirty="0"/>
                        <a:t>Condiciones fluviales no óptimas en la región</a:t>
                      </a:r>
                    </a:p>
                  </a:txBody>
                  <a:tcPr anchor="ctr"/>
                </a:tc>
                <a:tc>
                  <a:txBody>
                    <a:bodyPr/>
                    <a:lstStyle/>
                    <a:p>
                      <a:pPr algn="ctr"/>
                      <a:r>
                        <a:rPr lang="es-PE" sz="1600" noProof="0" dirty="0"/>
                        <a:t>Supervisión de calidad por entidad C</a:t>
                      </a:r>
                    </a:p>
                  </a:txBody>
                  <a:tcPr anchor="ctr"/>
                </a:tc>
                <a:tc>
                  <a:txBody>
                    <a:bodyPr/>
                    <a:lstStyle/>
                    <a:p>
                      <a:pPr algn="ctr"/>
                      <a:r>
                        <a:rPr lang="es-PE" sz="1600" noProof="0" dirty="0"/>
                        <a:t>Paso regular de camiones de más de 5 toneladas</a:t>
                      </a:r>
                    </a:p>
                  </a:txBody>
                  <a:tcPr anchor="ctr"/>
                </a:tc>
                <a:tc>
                  <a:txBody>
                    <a:bodyPr/>
                    <a:lstStyle/>
                    <a:p>
                      <a:pPr algn="ctr"/>
                      <a:r>
                        <a:rPr lang="es-PE" sz="1600" noProof="0" dirty="0"/>
                        <a:t>Derrumbe  de puentes</a:t>
                      </a:r>
                    </a:p>
                  </a:txBody>
                  <a:tcPr anchor="ctr">
                    <a:solidFill>
                      <a:srgbClr val="FFC000"/>
                    </a:solidFill>
                  </a:tcPr>
                </a:tc>
                <a:extLst>
                  <a:ext uri="{0D108BD9-81ED-4DB2-BD59-A6C34878D82A}">
                    <a16:rowId xmlns:a16="http://schemas.microsoft.com/office/drawing/2014/main" val="3200730726"/>
                  </a:ext>
                </a:extLst>
              </a:tr>
              <a:tr h="1082295">
                <a:tc>
                  <a:txBody>
                    <a:bodyPr/>
                    <a:lstStyle/>
                    <a:p>
                      <a:pPr algn="ctr"/>
                      <a:r>
                        <a:rPr lang="es-PE" sz="3200" noProof="0" dirty="0"/>
                        <a:t>1</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2348641861"/>
                  </a:ext>
                </a:extLst>
              </a:tr>
              <a:tr h="1082295">
                <a:tc>
                  <a:txBody>
                    <a:bodyPr/>
                    <a:lstStyle/>
                    <a:p>
                      <a:pPr algn="ctr"/>
                      <a:r>
                        <a:rPr lang="es-PE" sz="3200" noProof="0" dirty="0"/>
                        <a:t>2</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3683804538"/>
                  </a:ext>
                </a:extLst>
              </a:tr>
              <a:tr h="1082295">
                <a:tc>
                  <a:txBody>
                    <a:bodyPr/>
                    <a:lstStyle/>
                    <a:p>
                      <a:pPr algn="ctr"/>
                      <a:r>
                        <a:rPr lang="es-PE" sz="3200" noProof="0" dirty="0"/>
                        <a:t>3</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437136093"/>
                  </a:ext>
                </a:extLst>
              </a:tr>
              <a:tr h="1082295">
                <a:tc>
                  <a:txBody>
                    <a:bodyPr/>
                    <a:lstStyle/>
                    <a:p>
                      <a:pPr algn="ctr"/>
                      <a:r>
                        <a:rPr lang="es-PE" sz="3200" noProof="0" dirty="0"/>
                        <a:t>4</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2295298923"/>
                  </a:ext>
                </a:extLst>
              </a:tr>
            </a:tbl>
          </a:graphicData>
        </a:graphic>
      </p:graphicFrame>
      <p:sp>
        <p:nvSpPr>
          <p:cNvPr id="2" name="Rectángulo 1">
            <a:extLst>
              <a:ext uri="{FF2B5EF4-FFF2-40B4-BE49-F238E27FC236}">
                <a16:creationId xmlns:a16="http://schemas.microsoft.com/office/drawing/2014/main" id="{5E49DDE2-270B-1881-FD9E-34165694E1F8}"/>
              </a:ext>
            </a:extLst>
          </p:cNvPr>
          <p:cNvSpPr/>
          <p:nvPr/>
        </p:nvSpPr>
        <p:spPr>
          <a:xfrm>
            <a:off x="4926330" y="2510970"/>
            <a:ext cx="1360170" cy="416414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spTree>
    <p:extLst>
      <p:ext uri="{BB962C8B-B14F-4D97-AF65-F5344CB8AC3E}">
        <p14:creationId xmlns:p14="http://schemas.microsoft.com/office/powerpoint/2010/main" val="111306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a:buSzPts val="4400"/>
            </a:pPr>
            <a:r>
              <a:rPr lang="es-PE" sz="4400" b="1" noProof="0" dirty="0"/>
              <a:t>B. Método de la diferencia</a:t>
            </a:r>
            <a:endParaRPr lang="es-PE" noProof="0" dirty="0"/>
          </a:p>
        </p:txBody>
      </p:sp>
      <p:sp>
        <p:nvSpPr>
          <p:cNvPr id="189" name="Google Shape;189;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514350" lvl="0" indent="-308800" algn="l" rtl="0">
              <a:spcBef>
                <a:spcPts val="647"/>
              </a:spcBef>
              <a:spcAft>
                <a:spcPts val="0"/>
              </a:spcAft>
              <a:buClr>
                <a:schemeClr val="dk1"/>
              </a:buClr>
              <a:buSzPct val="100000"/>
              <a:buFont typeface="Calibri"/>
              <a:buNone/>
            </a:pPr>
            <a:endParaRPr lang="es-PE" sz="3500" b="1" noProof="0" dirty="0"/>
          </a:p>
          <a:p>
            <a:pPr marL="0" lvl="0" indent="0" algn="just" rtl="0">
              <a:spcBef>
                <a:spcPts val="647"/>
              </a:spcBef>
              <a:spcAft>
                <a:spcPts val="0"/>
              </a:spcAft>
              <a:buClr>
                <a:schemeClr val="dk1"/>
              </a:buClr>
              <a:buSzPct val="100000"/>
              <a:buNone/>
            </a:pPr>
            <a:r>
              <a:rPr lang="es-PE" sz="3500" noProof="0" dirty="0"/>
              <a:t>Si </a:t>
            </a:r>
            <a:r>
              <a:rPr lang="es-PE" sz="3500" i="1" noProof="0" dirty="0"/>
              <a:t>E </a:t>
            </a:r>
            <a:r>
              <a:rPr lang="es-PE" sz="3500" noProof="0" dirty="0"/>
              <a:t>se da en </a:t>
            </a:r>
            <a:r>
              <a:rPr lang="es-PE" sz="3500" i="1" noProof="0" dirty="0"/>
              <a:t>n </a:t>
            </a:r>
            <a:r>
              <a:rPr lang="es-PE" sz="3500" noProof="0" dirty="0"/>
              <a:t>instancias y no se da en </a:t>
            </a:r>
            <a:r>
              <a:rPr lang="es-PE" sz="3500" i="1" noProof="0" dirty="0"/>
              <a:t>m </a:t>
            </a:r>
            <a:r>
              <a:rPr lang="es-PE" sz="3500" noProof="0" dirty="0"/>
              <a:t>ocasiones</a:t>
            </a:r>
            <a:r>
              <a:rPr lang="es-PE" sz="3500" i="1" noProof="0" dirty="0"/>
              <a:t>, </a:t>
            </a:r>
            <a:r>
              <a:rPr lang="es-PE" sz="3500" noProof="0" dirty="0"/>
              <a:t>se debe buscar un factor único, </a:t>
            </a:r>
            <a:r>
              <a:rPr lang="es-PE" sz="3500" i="1" noProof="0" dirty="0"/>
              <a:t>C </a:t>
            </a:r>
            <a:r>
              <a:rPr lang="es-PE" sz="3500" noProof="0" dirty="0"/>
              <a:t>correlacionado con </a:t>
            </a:r>
            <a:r>
              <a:rPr lang="es-PE" sz="3500" i="1" noProof="0" dirty="0"/>
              <a:t>E</a:t>
            </a:r>
            <a:r>
              <a:rPr lang="es-PE" sz="3500" noProof="0" dirty="0"/>
              <a:t>,</a:t>
            </a:r>
            <a:r>
              <a:rPr lang="es-PE" sz="3500" i="1" noProof="0" dirty="0"/>
              <a:t> </a:t>
            </a:r>
            <a:r>
              <a:rPr lang="es-PE" sz="3500" noProof="0" dirty="0"/>
              <a:t>que está ausente en las ocasiones </a:t>
            </a:r>
            <a:r>
              <a:rPr lang="es-PE" sz="3500" i="1" noProof="0" dirty="0"/>
              <a:t>m. </a:t>
            </a:r>
            <a:r>
              <a:rPr lang="es-PE" sz="3500" noProof="0" dirty="0"/>
              <a:t>Si se encuentra este factor </a:t>
            </a:r>
            <a:r>
              <a:rPr lang="es-PE" sz="3500" i="1" noProof="0" dirty="0"/>
              <a:t>C, </a:t>
            </a:r>
            <a:r>
              <a:rPr lang="es-PE" sz="3500" noProof="0" dirty="0"/>
              <a:t>entonces:</a:t>
            </a:r>
            <a:endParaRPr lang="es-PE" noProof="0" dirty="0"/>
          </a:p>
          <a:p>
            <a:pPr marL="0" lvl="0" indent="0" algn="just" rtl="0">
              <a:spcBef>
                <a:spcPts val="592"/>
              </a:spcBef>
              <a:spcAft>
                <a:spcPts val="0"/>
              </a:spcAft>
              <a:buClr>
                <a:schemeClr val="dk1"/>
              </a:buClr>
              <a:buSzPct val="100000"/>
              <a:buNone/>
            </a:pPr>
            <a:endParaRPr lang="es-PE" i="1" noProof="0" dirty="0"/>
          </a:p>
          <a:p>
            <a:pPr marL="0" lvl="0" indent="0" algn="ctr" rtl="0">
              <a:spcBef>
                <a:spcPts val="721"/>
              </a:spcBef>
              <a:spcAft>
                <a:spcPts val="0"/>
              </a:spcAft>
              <a:buClr>
                <a:srgbClr val="000000"/>
              </a:buClr>
              <a:buSzPct val="100000"/>
              <a:buNone/>
            </a:pPr>
            <a:r>
              <a:rPr lang="es-PE" sz="3900" b="1" i="1" noProof="0" dirty="0">
                <a:solidFill>
                  <a:srgbClr val="000000"/>
                </a:solidFill>
              </a:rPr>
              <a:t>C es la causa de E, en tanto es su condición suficiente</a:t>
            </a:r>
            <a:endParaRPr lang="es-PE"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4D6FE6B-0FB6-EC74-8106-B60B51B9107E}"/>
              </a:ext>
            </a:extLst>
          </p:cNvPr>
          <p:cNvGraphicFramePr>
            <a:graphicFrameLocks noGrp="1"/>
          </p:cNvGraphicFramePr>
          <p:nvPr>
            <p:extLst>
              <p:ext uri="{D42A27DB-BD31-4B8C-83A1-F6EECF244321}">
                <p14:modId xmlns:p14="http://schemas.microsoft.com/office/powerpoint/2010/main" val="1032921892"/>
              </p:ext>
            </p:extLst>
          </p:nvPr>
        </p:nvGraphicFramePr>
        <p:xfrm>
          <a:off x="0" y="0"/>
          <a:ext cx="9144000" cy="6857999"/>
        </p:xfrm>
        <a:graphic>
          <a:graphicData uri="http://schemas.openxmlformats.org/drawingml/2006/table">
            <a:tbl>
              <a:tblPr firstRow="1" bandRow="1">
                <a:tableStyleId>{5C22544A-7EE6-4342-B048-85BDC9FD1C3A}</a:tableStyleId>
              </a:tblPr>
              <a:tblGrid>
                <a:gridCol w="1397377">
                  <a:extLst>
                    <a:ext uri="{9D8B030D-6E8A-4147-A177-3AD203B41FA5}">
                      <a16:colId xmlns:a16="http://schemas.microsoft.com/office/drawing/2014/main" val="2094762978"/>
                    </a:ext>
                  </a:extLst>
                </a:gridCol>
                <a:gridCol w="1519478">
                  <a:extLst>
                    <a:ext uri="{9D8B030D-6E8A-4147-A177-3AD203B41FA5}">
                      <a16:colId xmlns:a16="http://schemas.microsoft.com/office/drawing/2014/main" val="1892516138"/>
                    </a:ext>
                  </a:extLst>
                </a:gridCol>
                <a:gridCol w="1573746">
                  <a:extLst>
                    <a:ext uri="{9D8B030D-6E8A-4147-A177-3AD203B41FA5}">
                      <a16:colId xmlns:a16="http://schemas.microsoft.com/office/drawing/2014/main" val="3615676960"/>
                    </a:ext>
                  </a:extLst>
                </a:gridCol>
                <a:gridCol w="1668712">
                  <a:extLst>
                    <a:ext uri="{9D8B030D-6E8A-4147-A177-3AD203B41FA5}">
                      <a16:colId xmlns:a16="http://schemas.microsoft.com/office/drawing/2014/main" val="2494298938"/>
                    </a:ext>
                  </a:extLst>
                </a:gridCol>
                <a:gridCol w="1329543">
                  <a:extLst>
                    <a:ext uri="{9D8B030D-6E8A-4147-A177-3AD203B41FA5}">
                      <a16:colId xmlns:a16="http://schemas.microsoft.com/office/drawing/2014/main" val="3657289375"/>
                    </a:ext>
                  </a:extLst>
                </a:gridCol>
                <a:gridCol w="1655144">
                  <a:extLst>
                    <a:ext uri="{9D8B030D-6E8A-4147-A177-3AD203B41FA5}">
                      <a16:colId xmlns:a16="http://schemas.microsoft.com/office/drawing/2014/main" val="699174050"/>
                    </a:ext>
                  </a:extLst>
                </a:gridCol>
              </a:tblGrid>
              <a:tr h="877186">
                <a:tc>
                  <a:txBody>
                    <a:bodyPr/>
                    <a:lstStyle/>
                    <a:p>
                      <a:pPr algn="ctr"/>
                      <a:r>
                        <a:rPr lang="es-PE" sz="2000" i="0" noProof="0" dirty="0"/>
                        <a:t>Objeto de estudio</a:t>
                      </a:r>
                    </a:p>
                  </a:txBody>
                  <a:tcPr anchor="ctr">
                    <a:solidFill>
                      <a:srgbClr val="92D050"/>
                    </a:solidFill>
                  </a:tcPr>
                </a:tc>
                <a:tc gridSpan="4">
                  <a:txBody>
                    <a:bodyPr/>
                    <a:lstStyle/>
                    <a:p>
                      <a:pPr algn="ctr"/>
                      <a:r>
                        <a:rPr lang="es-PE" sz="2400" noProof="0" dirty="0"/>
                        <a:t>Posibles </a:t>
                      </a:r>
                      <a:r>
                        <a:rPr lang="es-PE" sz="2400" i="0" noProof="0" dirty="0"/>
                        <a:t>causas (C)</a:t>
                      </a:r>
                      <a:endParaRPr lang="es-PE" sz="1800" noProof="0" dirty="0"/>
                    </a:p>
                  </a:txBody>
                  <a:tcPr anchor="ctr"/>
                </a:tc>
                <a:tc hMerge="1">
                  <a:txBody>
                    <a:bodyPr/>
                    <a:lstStyle/>
                    <a:p>
                      <a:pPr algn="ctr"/>
                      <a:endParaRPr lang="es-PE" sz="1800" dirty="0"/>
                    </a:p>
                  </a:txBody>
                  <a:tcPr anchor="ctr"/>
                </a:tc>
                <a:tc hMerge="1">
                  <a:txBody>
                    <a:bodyPr/>
                    <a:lstStyle/>
                    <a:p>
                      <a:pPr algn="ctr"/>
                      <a:endParaRPr lang="es-PE" sz="1800" dirty="0"/>
                    </a:p>
                  </a:txBody>
                  <a:tcPr anchor="ctr"/>
                </a:tc>
                <a:tc hMerge="1">
                  <a:txBody>
                    <a:bodyPr/>
                    <a:lstStyle/>
                    <a:p>
                      <a:pPr algn="ctr"/>
                      <a:endParaRPr lang="es-PE" sz="1800" dirty="0"/>
                    </a:p>
                  </a:txBody>
                  <a:tcPr anchor="ctr"/>
                </a:tc>
                <a:tc>
                  <a:txBody>
                    <a:bodyPr/>
                    <a:lstStyle/>
                    <a:p>
                      <a:pPr algn="ctr"/>
                      <a:r>
                        <a:rPr lang="es-PE" sz="2400" noProof="0" dirty="0"/>
                        <a:t>Efecto (E)</a:t>
                      </a:r>
                    </a:p>
                  </a:txBody>
                  <a:tcPr anchor="ctr">
                    <a:solidFill>
                      <a:srgbClr val="FFC000"/>
                    </a:solidFill>
                  </a:tcPr>
                </a:tc>
                <a:extLst>
                  <a:ext uri="{0D108BD9-81ED-4DB2-BD59-A6C34878D82A}">
                    <a16:rowId xmlns:a16="http://schemas.microsoft.com/office/drawing/2014/main" val="3830394584"/>
                  </a:ext>
                </a:extLst>
              </a:tr>
              <a:tr h="1662021">
                <a:tc>
                  <a:txBody>
                    <a:bodyPr/>
                    <a:lstStyle/>
                    <a:p>
                      <a:pPr algn="ctr"/>
                      <a:r>
                        <a:rPr lang="es-PE" sz="1800" noProof="0" dirty="0"/>
                        <a:t>Paciente</a:t>
                      </a:r>
                    </a:p>
                  </a:txBody>
                  <a:tcPr anchor="ctr"/>
                </a:tc>
                <a:tc>
                  <a:txBody>
                    <a:bodyPr/>
                    <a:lstStyle/>
                    <a:p>
                      <a:pPr algn="ctr"/>
                      <a:r>
                        <a:rPr lang="es-PE" sz="1800" noProof="0" dirty="0"/>
                        <a:t>Consumo de tabaco</a:t>
                      </a:r>
                    </a:p>
                  </a:txBody>
                  <a:tcPr anchor="ctr"/>
                </a:tc>
                <a:tc>
                  <a:txBody>
                    <a:bodyPr/>
                    <a:lstStyle/>
                    <a:p>
                      <a:pPr algn="ctr"/>
                      <a:r>
                        <a:rPr lang="es-PE" sz="1800" noProof="0" dirty="0"/>
                        <a:t>Familiares con cáncer de pulmón</a:t>
                      </a:r>
                    </a:p>
                  </a:txBody>
                  <a:tcPr anchor="ctr"/>
                </a:tc>
                <a:tc>
                  <a:txBody>
                    <a:bodyPr/>
                    <a:lstStyle/>
                    <a:p>
                      <a:pPr algn="ctr"/>
                      <a:r>
                        <a:rPr lang="es-PE" sz="1800" noProof="0" dirty="0"/>
                        <a:t>Inhalación crónica de gases de relaves mineros</a:t>
                      </a:r>
                    </a:p>
                  </a:txBody>
                  <a:tcPr anchor="ctr"/>
                </a:tc>
                <a:tc>
                  <a:txBody>
                    <a:bodyPr/>
                    <a:lstStyle/>
                    <a:p>
                      <a:pPr algn="ctr"/>
                      <a:r>
                        <a:rPr lang="es-PE" sz="1800" noProof="0" dirty="0"/>
                        <a:t>Asma crónica</a:t>
                      </a:r>
                    </a:p>
                  </a:txBody>
                  <a:tcPr anchor="ctr"/>
                </a:tc>
                <a:tc>
                  <a:txBody>
                    <a:bodyPr/>
                    <a:lstStyle/>
                    <a:p>
                      <a:pPr algn="ctr"/>
                      <a:r>
                        <a:rPr lang="es-PE" sz="1800" noProof="0" dirty="0"/>
                        <a:t>Desarrollo de cáncer pulmonar</a:t>
                      </a:r>
                    </a:p>
                  </a:txBody>
                  <a:tcPr anchor="ctr">
                    <a:solidFill>
                      <a:srgbClr val="FFC000"/>
                    </a:solidFill>
                  </a:tcPr>
                </a:tc>
                <a:extLst>
                  <a:ext uri="{0D108BD9-81ED-4DB2-BD59-A6C34878D82A}">
                    <a16:rowId xmlns:a16="http://schemas.microsoft.com/office/drawing/2014/main" val="3200730726"/>
                  </a:ext>
                </a:extLst>
              </a:tr>
              <a:tr h="1079698">
                <a:tc>
                  <a:txBody>
                    <a:bodyPr/>
                    <a:lstStyle/>
                    <a:p>
                      <a:pPr algn="ctr"/>
                      <a:r>
                        <a:rPr lang="es-PE" sz="3200" noProof="0" dirty="0"/>
                        <a:t>1</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endParaRPr lang="es-PE" sz="3200" noProof="0" dirty="0"/>
                    </a:p>
                  </a:txBody>
                  <a:tcPr anchor="ctr">
                    <a:solidFill>
                      <a:srgbClr val="FFC000"/>
                    </a:solidFill>
                  </a:tcPr>
                </a:tc>
                <a:extLst>
                  <a:ext uri="{0D108BD9-81ED-4DB2-BD59-A6C34878D82A}">
                    <a16:rowId xmlns:a16="http://schemas.microsoft.com/office/drawing/2014/main" val="2348641861"/>
                  </a:ext>
                </a:extLst>
              </a:tr>
              <a:tr h="1079698">
                <a:tc>
                  <a:txBody>
                    <a:bodyPr/>
                    <a:lstStyle/>
                    <a:p>
                      <a:pPr algn="ctr"/>
                      <a:r>
                        <a:rPr lang="es-PE" sz="3200" noProof="0" dirty="0"/>
                        <a:t>2</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3683804538"/>
                  </a:ext>
                </a:extLst>
              </a:tr>
              <a:tr h="1079698">
                <a:tc>
                  <a:txBody>
                    <a:bodyPr/>
                    <a:lstStyle/>
                    <a:p>
                      <a:pPr algn="ctr"/>
                      <a:r>
                        <a:rPr lang="es-PE" sz="3200" noProof="0" dirty="0"/>
                        <a:t>3</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endParaRPr lang="es-PE" sz="3200" noProof="0" dirty="0"/>
                    </a:p>
                  </a:txBody>
                  <a:tcPr anchor="ctr">
                    <a:solidFill>
                      <a:srgbClr val="FFC000"/>
                    </a:solidFill>
                  </a:tcPr>
                </a:tc>
                <a:extLst>
                  <a:ext uri="{0D108BD9-81ED-4DB2-BD59-A6C34878D82A}">
                    <a16:rowId xmlns:a16="http://schemas.microsoft.com/office/drawing/2014/main" val="437136093"/>
                  </a:ext>
                </a:extLst>
              </a:tr>
              <a:tr h="1079698">
                <a:tc>
                  <a:txBody>
                    <a:bodyPr/>
                    <a:lstStyle/>
                    <a:p>
                      <a:pPr algn="ctr"/>
                      <a:r>
                        <a:rPr lang="es-PE" sz="3200" noProof="0" dirty="0"/>
                        <a:t>4</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2295298923"/>
                  </a:ext>
                </a:extLst>
              </a:tr>
            </a:tbl>
          </a:graphicData>
        </a:graphic>
      </p:graphicFrame>
      <p:sp>
        <p:nvSpPr>
          <p:cNvPr id="2" name="Rectángulo 1">
            <a:extLst>
              <a:ext uri="{FF2B5EF4-FFF2-40B4-BE49-F238E27FC236}">
                <a16:creationId xmlns:a16="http://schemas.microsoft.com/office/drawing/2014/main" id="{DECB6E34-D2AB-3426-3D5C-0117DCA71A86}"/>
              </a:ext>
            </a:extLst>
          </p:cNvPr>
          <p:cNvSpPr/>
          <p:nvPr/>
        </p:nvSpPr>
        <p:spPr>
          <a:xfrm>
            <a:off x="4583430" y="2575017"/>
            <a:ext cx="1360170" cy="105156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sp>
        <p:nvSpPr>
          <p:cNvPr id="3" name="Rectángulo 2">
            <a:extLst>
              <a:ext uri="{FF2B5EF4-FFF2-40B4-BE49-F238E27FC236}">
                <a16:creationId xmlns:a16="http://schemas.microsoft.com/office/drawing/2014/main" id="{D727DC5D-CED5-6657-698D-1559053BA322}"/>
              </a:ext>
            </a:extLst>
          </p:cNvPr>
          <p:cNvSpPr/>
          <p:nvPr/>
        </p:nvSpPr>
        <p:spPr>
          <a:xfrm>
            <a:off x="4583430" y="4767308"/>
            <a:ext cx="1360170" cy="105156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spTree>
    <p:extLst>
      <p:ext uri="{BB962C8B-B14F-4D97-AF65-F5344CB8AC3E}">
        <p14:creationId xmlns:p14="http://schemas.microsoft.com/office/powerpoint/2010/main" val="205563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9"/>
          <p:cNvSpPr txBox="1">
            <a:spLocks noGrp="1"/>
          </p:cNvSpPr>
          <p:nvPr>
            <p:ph type="title"/>
          </p:nvPr>
        </p:nvSpPr>
        <p:spPr>
          <a:xfrm>
            <a:off x="457200" y="457200"/>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s-PE" sz="4400" b="1" noProof="0" dirty="0"/>
              <a:t>C. Método de la concordancia y la diferencia</a:t>
            </a:r>
            <a:endParaRPr lang="es-PE" noProof="0" dirty="0"/>
          </a:p>
        </p:txBody>
      </p:sp>
      <p:sp>
        <p:nvSpPr>
          <p:cNvPr id="195" name="Google Shape;195;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514350" lvl="0" indent="-308800" algn="l" rtl="0">
              <a:spcBef>
                <a:spcPts val="647"/>
              </a:spcBef>
              <a:spcAft>
                <a:spcPts val="0"/>
              </a:spcAft>
              <a:buClr>
                <a:schemeClr val="dk1"/>
              </a:buClr>
              <a:buSzPct val="100000"/>
              <a:buFont typeface="Calibri"/>
              <a:buNone/>
            </a:pPr>
            <a:endParaRPr lang="es-PE" sz="3500" b="1" noProof="0" dirty="0"/>
          </a:p>
          <a:p>
            <a:pPr marL="0" lvl="0" indent="0" algn="just" rtl="0">
              <a:spcBef>
                <a:spcPts val="647"/>
              </a:spcBef>
              <a:spcAft>
                <a:spcPts val="0"/>
              </a:spcAft>
              <a:buClr>
                <a:schemeClr val="dk1"/>
              </a:buClr>
              <a:buSzPct val="100000"/>
              <a:buNone/>
            </a:pPr>
            <a:r>
              <a:rPr lang="es-PE" sz="3500" noProof="0" dirty="0"/>
              <a:t>Si </a:t>
            </a:r>
            <a:r>
              <a:rPr lang="es-PE" sz="3500" i="1" noProof="0" dirty="0"/>
              <a:t>E </a:t>
            </a:r>
            <a:r>
              <a:rPr lang="es-PE" sz="3500" noProof="0" dirty="0"/>
              <a:t>se da en </a:t>
            </a:r>
            <a:r>
              <a:rPr lang="es-PE" sz="3500" i="1" noProof="0" dirty="0"/>
              <a:t>n </a:t>
            </a:r>
            <a:r>
              <a:rPr lang="es-PE" sz="3500" noProof="0" dirty="0"/>
              <a:t>instancias y no se da en </a:t>
            </a:r>
            <a:r>
              <a:rPr lang="es-PE" sz="3500" i="1" noProof="0" dirty="0"/>
              <a:t>m </a:t>
            </a:r>
            <a:r>
              <a:rPr lang="es-PE" sz="3500" noProof="0" dirty="0"/>
              <a:t>ocasiones</a:t>
            </a:r>
            <a:r>
              <a:rPr lang="es-PE" sz="3500" i="1" noProof="0" dirty="0"/>
              <a:t>, </a:t>
            </a:r>
            <a:r>
              <a:rPr lang="es-PE" sz="3500" noProof="0" dirty="0"/>
              <a:t>se debe buscar un factor único, </a:t>
            </a:r>
            <a:r>
              <a:rPr lang="es-PE" sz="3500" i="1" noProof="0" dirty="0"/>
              <a:t>C</a:t>
            </a:r>
            <a:r>
              <a:rPr lang="es-PE" sz="3500" noProof="0" dirty="0"/>
              <a:t>,</a:t>
            </a:r>
            <a:r>
              <a:rPr lang="es-PE" sz="3500" i="1" noProof="0" dirty="0"/>
              <a:t> </a:t>
            </a:r>
            <a:r>
              <a:rPr lang="es-PE" sz="3500" noProof="0" dirty="0"/>
              <a:t>que está presente en las instancias </a:t>
            </a:r>
            <a:r>
              <a:rPr lang="es-PE" sz="3500" i="1" noProof="0" dirty="0"/>
              <a:t>n </a:t>
            </a:r>
            <a:r>
              <a:rPr lang="es-PE" sz="3500" noProof="0" dirty="0"/>
              <a:t>y ausente en las ocasiones </a:t>
            </a:r>
            <a:r>
              <a:rPr lang="es-PE" sz="3500" i="1" noProof="0" dirty="0"/>
              <a:t>m. </a:t>
            </a:r>
            <a:r>
              <a:rPr lang="es-PE" sz="3500" noProof="0" dirty="0"/>
              <a:t>Si se encuentra este factor </a:t>
            </a:r>
            <a:r>
              <a:rPr lang="es-PE" sz="3500" i="1" noProof="0" dirty="0"/>
              <a:t>C, </a:t>
            </a:r>
            <a:r>
              <a:rPr lang="es-PE" sz="3500" noProof="0" dirty="0"/>
              <a:t>entonces:</a:t>
            </a:r>
            <a:endParaRPr lang="es-PE" noProof="0" dirty="0"/>
          </a:p>
          <a:p>
            <a:pPr marL="0" lvl="0" indent="0" algn="just" rtl="0">
              <a:spcBef>
                <a:spcPts val="592"/>
              </a:spcBef>
              <a:spcAft>
                <a:spcPts val="0"/>
              </a:spcAft>
              <a:buClr>
                <a:schemeClr val="dk1"/>
              </a:buClr>
              <a:buSzPct val="100000"/>
              <a:buNone/>
            </a:pPr>
            <a:endParaRPr lang="es-PE" i="1" noProof="0" dirty="0"/>
          </a:p>
          <a:p>
            <a:pPr marL="0" lvl="0" indent="0" algn="ctr" rtl="0">
              <a:spcBef>
                <a:spcPts val="721"/>
              </a:spcBef>
              <a:spcAft>
                <a:spcPts val="0"/>
              </a:spcAft>
              <a:buClr>
                <a:srgbClr val="000000"/>
              </a:buClr>
              <a:buSzPct val="100000"/>
              <a:buNone/>
            </a:pPr>
            <a:r>
              <a:rPr lang="es-PE" sz="3900" b="1" i="1" noProof="0" dirty="0">
                <a:solidFill>
                  <a:srgbClr val="000000"/>
                </a:solidFill>
              </a:rPr>
              <a:t>C es la causa de E, en tanto es su condición necesaria y suficiente</a:t>
            </a:r>
            <a:endParaRPr lang="es-PE"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4D6FE6B-0FB6-EC74-8106-B60B51B9107E}"/>
              </a:ext>
            </a:extLst>
          </p:cNvPr>
          <p:cNvGraphicFramePr>
            <a:graphicFrameLocks noGrp="1"/>
          </p:cNvGraphicFramePr>
          <p:nvPr>
            <p:extLst>
              <p:ext uri="{D42A27DB-BD31-4B8C-83A1-F6EECF244321}">
                <p14:modId xmlns:p14="http://schemas.microsoft.com/office/powerpoint/2010/main" val="4095018549"/>
              </p:ext>
            </p:extLst>
          </p:nvPr>
        </p:nvGraphicFramePr>
        <p:xfrm>
          <a:off x="0" y="1"/>
          <a:ext cx="9144000" cy="6857999"/>
        </p:xfrm>
        <a:graphic>
          <a:graphicData uri="http://schemas.openxmlformats.org/drawingml/2006/table">
            <a:tbl>
              <a:tblPr firstRow="1" bandRow="1">
                <a:tableStyleId>{5C22544A-7EE6-4342-B048-85BDC9FD1C3A}</a:tableStyleId>
              </a:tblPr>
              <a:tblGrid>
                <a:gridCol w="1494971">
                  <a:extLst>
                    <a:ext uri="{9D8B030D-6E8A-4147-A177-3AD203B41FA5}">
                      <a16:colId xmlns:a16="http://schemas.microsoft.com/office/drawing/2014/main" val="2094762978"/>
                    </a:ext>
                  </a:extLst>
                </a:gridCol>
                <a:gridCol w="1451429">
                  <a:extLst>
                    <a:ext uri="{9D8B030D-6E8A-4147-A177-3AD203B41FA5}">
                      <a16:colId xmlns:a16="http://schemas.microsoft.com/office/drawing/2014/main" val="4284188290"/>
                    </a:ext>
                  </a:extLst>
                </a:gridCol>
                <a:gridCol w="1524000">
                  <a:extLst>
                    <a:ext uri="{9D8B030D-6E8A-4147-A177-3AD203B41FA5}">
                      <a16:colId xmlns:a16="http://schemas.microsoft.com/office/drawing/2014/main" val="2494298938"/>
                    </a:ext>
                  </a:extLst>
                </a:gridCol>
                <a:gridCol w="1538514">
                  <a:extLst>
                    <a:ext uri="{9D8B030D-6E8A-4147-A177-3AD203B41FA5}">
                      <a16:colId xmlns:a16="http://schemas.microsoft.com/office/drawing/2014/main" val="3657289375"/>
                    </a:ext>
                  </a:extLst>
                </a:gridCol>
                <a:gridCol w="1451429">
                  <a:extLst>
                    <a:ext uri="{9D8B030D-6E8A-4147-A177-3AD203B41FA5}">
                      <a16:colId xmlns:a16="http://schemas.microsoft.com/office/drawing/2014/main" val="393101605"/>
                    </a:ext>
                  </a:extLst>
                </a:gridCol>
                <a:gridCol w="1683657">
                  <a:extLst>
                    <a:ext uri="{9D8B030D-6E8A-4147-A177-3AD203B41FA5}">
                      <a16:colId xmlns:a16="http://schemas.microsoft.com/office/drawing/2014/main" val="699174050"/>
                    </a:ext>
                  </a:extLst>
                </a:gridCol>
              </a:tblGrid>
              <a:tr h="862801">
                <a:tc>
                  <a:txBody>
                    <a:bodyPr/>
                    <a:lstStyle/>
                    <a:p>
                      <a:pPr algn="ctr"/>
                      <a:r>
                        <a:rPr lang="es-PE" sz="1800" noProof="0" dirty="0"/>
                        <a:t>Objeto de estudio</a:t>
                      </a:r>
                    </a:p>
                  </a:txBody>
                  <a:tcPr anchor="ctr">
                    <a:solidFill>
                      <a:srgbClr val="92D050"/>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1800" noProof="0" dirty="0"/>
                        <a:t>Posibles causas (C)</a:t>
                      </a:r>
                    </a:p>
                  </a:txBody>
                  <a:tcPr anchor="ctr"/>
                </a:tc>
                <a:tc hMerge="1">
                  <a:txBody>
                    <a:bodyPr/>
                    <a:lstStyle/>
                    <a:p>
                      <a:pPr algn="ctr"/>
                      <a:endParaRPr lang="es-PE" sz="1600" dirty="0"/>
                    </a:p>
                  </a:txBody>
                  <a:tcPr anchor="ctr"/>
                </a:tc>
                <a:tc hMerge="1">
                  <a:txBody>
                    <a:bodyPr/>
                    <a:lstStyle/>
                    <a:p>
                      <a:pPr algn="ctr"/>
                      <a:endParaRPr lang="es-PE" sz="1600" dirty="0"/>
                    </a:p>
                  </a:txBody>
                  <a:tcPr anchor="ctr"/>
                </a:tc>
                <a:tc hMerge="1">
                  <a:txBody>
                    <a:bodyPr/>
                    <a:lstStyle/>
                    <a:p>
                      <a:pPr algn="ctr"/>
                      <a:endParaRPr lang="es-PE" sz="1600" dirty="0"/>
                    </a:p>
                  </a:txBody>
                  <a:tcPr anchor="ctr"/>
                </a:tc>
                <a:tc>
                  <a:txBody>
                    <a:bodyPr/>
                    <a:lstStyle/>
                    <a:p>
                      <a:pPr algn="ctr"/>
                      <a:r>
                        <a:rPr lang="es-PE" sz="1800" noProof="0" dirty="0"/>
                        <a:t>Efecto (E)</a:t>
                      </a:r>
                    </a:p>
                  </a:txBody>
                  <a:tcPr anchor="ctr">
                    <a:solidFill>
                      <a:srgbClr val="FFC000"/>
                    </a:solidFill>
                  </a:tcPr>
                </a:tc>
                <a:extLst>
                  <a:ext uri="{0D108BD9-81ED-4DB2-BD59-A6C34878D82A}">
                    <a16:rowId xmlns:a16="http://schemas.microsoft.com/office/drawing/2014/main" val="513185590"/>
                  </a:ext>
                </a:extLst>
              </a:tr>
              <a:tr h="1666018">
                <a:tc>
                  <a:txBody>
                    <a:bodyPr/>
                    <a:lstStyle/>
                    <a:p>
                      <a:pPr algn="ctr"/>
                      <a:r>
                        <a:rPr lang="es-PE" sz="1600" noProof="0" dirty="0"/>
                        <a:t>Comunidades con conflictos sociales vigentes</a:t>
                      </a:r>
                    </a:p>
                  </a:txBody>
                  <a:tcPr anchor="ctr"/>
                </a:tc>
                <a:tc>
                  <a:txBody>
                    <a:bodyPr/>
                    <a:lstStyle/>
                    <a:p>
                      <a:pPr algn="ctr"/>
                      <a:r>
                        <a:rPr lang="es-PE" sz="1600" noProof="0" dirty="0"/>
                        <a:t>Azuzamiento de grupos radicales</a:t>
                      </a:r>
                    </a:p>
                  </a:txBody>
                  <a:tcPr anchor="ctr"/>
                </a:tc>
                <a:tc>
                  <a:txBody>
                    <a:bodyPr/>
                    <a:lstStyle/>
                    <a:p>
                      <a:pPr algn="ctr"/>
                      <a:r>
                        <a:rPr lang="es-PE" sz="1600" noProof="0" dirty="0"/>
                        <a:t>Ausencia o limitación extrema de servicios básicos del Estado</a:t>
                      </a:r>
                    </a:p>
                  </a:txBody>
                  <a:tcPr anchor="ctr"/>
                </a:tc>
                <a:tc>
                  <a:txBody>
                    <a:bodyPr/>
                    <a:lstStyle/>
                    <a:p>
                      <a:pPr algn="ctr"/>
                      <a:r>
                        <a:rPr lang="es-PE" sz="1600" noProof="0" dirty="0"/>
                        <a:t>Contaminación generada por la actividad minera</a:t>
                      </a:r>
                    </a:p>
                  </a:txBody>
                  <a:tcPr anchor="ctr"/>
                </a:tc>
                <a:tc>
                  <a:txBody>
                    <a:bodyPr/>
                    <a:lstStyle/>
                    <a:p>
                      <a:pPr algn="ctr"/>
                      <a:r>
                        <a:rPr lang="es-PE" sz="1600" noProof="0" dirty="0"/>
                        <a:t>Falta de respuesta estatal a demandas comunitarias</a:t>
                      </a:r>
                    </a:p>
                  </a:txBody>
                  <a:tcPr anchor="ctr"/>
                </a:tc>
                <a:tc>
                  <a:txBody>
                    <a:bodyPr/>
                    <a:lstStyle/>
                    <a:p>
                      <a:pPr algn="ctr"/>
                      <a:r>
                        <a:rPr lang="es-PE" sz="1600" noProof="0" dirty="0"/>
                        <a:t>Levantamiento popular</a:t>
                      </a:r>
                    </a:p>
                  </a:txBody>
                  <a:tcPr anchor="ctr">
                    <a:solidFill>
                      <a:srgbClr val="FFC000"/>
                    </a:solidFill>
                  </a:tcPr>
                </a:tc>
                <a:extLst>
                  <a:ext uri="{0D108BD9-81ED-4DB2-BD59-A6C34878D82A}">
                    <a16:rowId xmlns:a16="http://schemas.microsoft.com/office/drawing/2014/main" val="3200730726"/>
                  </a:ext>
                </a:extLst>
              </a:tr>
              <a:tr h="1082295">
                <a:tc>
                  <a:txBody>
                    <a:bodyPr/>
                    <a:lstStyle/>
                    <a:p>
                      <a:pPr algn="ctr"/>
                      <a:r>
                        <a:rPr lang="es-PE" sz="3200" noProof="0" dirty="0"/>
                        <a:t>1</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2348641861"/>
                  </a:ext>
                </a:extLst>
              </a:tr>
              <a:tr h="1082295">
                <a:tc>
                  <a:txBody>
                    <a:bodyPr/>
                    <a:lstStyle/>
                    <a:p>
                      <a:pPr algn="ctr"/>
                      <a:r>
                        <a:rPr lang="es-PE" sz="3200" noProof="0" dirty="0"/>
                        <a:t>2</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3683804538"/>
                  </a:ext>
                </a:extLst>
              </a:tr>
              <a:tr h="1082295">
                <a:tc>
                  <a:txBody>
                    <a:bodyPr/>
                    <a:lstStyle/>
                    <a:p>
                      <a:pPr algn="ctr"/>
                      <a:r>
                        <a:rPr lang="es-PE" sz="3200" noProof="0" dirty="0"/>
                        <a:t>3</a:t>
                      </a:r>
                    </a:p>
                  </a:txBody>
                  <a:tcPr anchor="ctr"/>
                </a:tc>
                <a:tc>
                  <a:txBody>
                    <a:bodyPr/>
                    <a:lstStyle/>
                    <a:p>
                      <a:pPr algn="ctr"/>
                      <a:endParaRPr lang="es-PE" sz="3200" noProof="0" dirty="0"/>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437136093"/>
                  </a:ext>
                </a:extLst>
              </a:tr>
              <a:tr h="1082295">
                <a:tc>
                  <a:txBody>
                    <a:bodyPr/>
                    <a:lstStyle/>
                    <a:p>
                      <a:pPr algn="ctr"/>
                      <a:r>
                        <a:rPr lang="es-PE" sz="3200" noProof="0" dirty="0"/>
                        <a:t>4</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2295298923"/>
                  </a:ext>
                </a:extLst>
              </a:tr>
            </a:tbl>
          </a:graphicData>
        </a:graphic>
      </p:graphicFrame>
      <p:sp>
        <p:nvSpPr>
          <p:cNvPr id="2" name="Rectángulo 1">
            <a:extLst>
              <a:ext uri="{FF2B5EF4-FFF2-40B4-BE49-F238E27FC236}">
                <a16:creationId xmlns:a16="http://schemas.microsoft.com/office/drawing/2014/main" id="{5E49DDE2-270B-1881-FD9E-34165694E1F8}"/>
              </a:ext>
            </a:extLst>
          </p:cNvPr>
          <p:cNvSpPr/>
          <p:nvPr/>
        </p:nvSpPr>
        <p:spPr>
          <a:xfrm>
            <a:off x="6081486" y="2569027"/>
            <a:ext cx="1360170" cy="416414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spTree>
    <p:extLst>
      <p:ext uri="{BB962C8B-B14F-4D97-AF65-F5344CB8AC3E}">
        <p14:creationId xmlns:p14="http://schemas.microsoft.com/office/powerpoint/2010/main" val="421566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4D6FE6B-0FB6-EC74-8106-B60B51B9107E}"/>
              </a:ext>
            </a:extLst>
          </p:cNvPr>
          <p:cNvGraphicFramePr>
            <a:graphicFrameLocks noGrp="1"/>
          </p:cNvGraphicFramePr>
          <p:nvPr>
            <p:extLst>
              <p:ext uri="{D42A27DB-BD31-4B8C-83A1-F6EECF244321}">
                <p14:modId xmlns:p14="http://schemas.microsoft.com/office/powerpoint/2010/main" val="3760904507"/>
              </p:ext>
            </p:extLst>
          </p:nvPr>
        </p:nvGraphicFramePr>
        <p:xfrm>
          <a:off x="0" y="0"/>
          <a:ext cx="9144000" cy="685799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94762978"/>
                    </a:ext>
                  </a:extLst>
                </a:gridCol>
                <a:gridCol w="1392855">
                  <a:extLst>
                    <a:ext uri="{9D8B030D-6E8A-4147-A177-3AD203B41FA5}">
                      <a16:colId xmlns:a16="http://schemas.microsoft.com/office/drawing/2014/main" val="1892516138"/>
                    </a:ext>
                  </a:extLst>
                </a:gridCol>
                <a:gridCol w="1573746">
                  <a:extLst>
                    <a:ext uri="{9D8B030D-6E8A-4147-A177-3AD203B41FA5}">
                      <a16:colId xmlns:a16="http://schemas.microsoft.com/office/drawing/2014/main" val="3615676960"/>
                    </a:ext>
                  </a:extLst>
                </a:gridCol>
                <a:gridCol w="1668712">
                  <a:extLst>
                    <a:ext uri="{9D8B030D-6E8A-4147-A177-3AD203B41FA5}">
                      <a16:colId xmlns:a16="http://schemas.microsoft.com/office/drawing/2014/main" val="2494298938"/>
                    </a:ext>
                  </a:extLst>
                </a:gridCol>
                <a:gridCol w="1446173">
                  <a:extLst>
                    <a:ext uri="{9D8B030D-6E8A-4147-A177-3AD203B41FA5}">
                      <a16:colId xmlns:a16="http://schemas.microsoft.com/office/drawing/2014/main" val="3657289375"/>
                    </a:ext>
                  </a:extLst>
                </a:gridCol>
                <a:gridCol w="1538514">
                  <a:extLst>
                    <a:ext uri="{9D8B030D-6E8A-4147-A177-3AD203B41FA5}">
                      <a16:colId xmlns:a16="http://schemas.microsoft.com/office/drawing/2014/main" val="699174050"/>
                    </a:ext>
                  </a:extLst>
                </a:gridCol>
              </a:tblGrid>
              <a:tr h="877186">
                <a:tc>
                  <a:txBody>
                    <a:bodyPr/>
                    <a:lstStyle/>
                    <a:p>
                      <a:pPr algn="ctr"/>
                      <a:r>
                        <a:rPr lang="es-PE" sz="1800" noProof="0" dirty="0"/>
                        <a:t>Objeto de estudio</a:t>
                      </a:r>
                    </a:p>
                  </a:txBody>
                  <a:tcPr anchor="ctr">
                    <a:solidFill>
                      <a:srgbClr val="92D050"/>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1800" noProof="0" dirty="0"/>
                        <a:t>Posibles causas (C)</a:t>
                      </a:r>
                    </a:p>
                  </a:txBody>
                  <a:tcPr anchor="ctr"/>
                </a:tc>
                <a:tc hMerge="1">
                  <a:txBody>
                    <a:bodyPr/>
                    <a:lstStyle/>
                    <a:p>
                      <a:pPr algn="ctr"/>
                      <a:endParaRPr lang="es-PE" sz="1600" dirty="0"/>
                    </a:p>
                  </a:txBody>
                  <a:tcPr anchor="ctr"/>
                </a:tc>
                <a:tc hMerge="1">
                  <a:txBody>
                    <a:bodyPr/>
                    <a:lstStyle/>
                    <a:p>
                      <a:pPr algn="ctr"/>
                      <a:endParaRPr lang="es-PE" sz="1600" dirty="0"/>
                    </a:p>
                  </a:txBody>
                  <a:tcPr anchor="ctr"/>
                </a:tc>
                <a:tc hMerge="1">
                  <a:txBody>
                    <a:bodyPr/>
                    <a:lstStyle/>
                    <a:p>
                      <a:pPr algn="ctr"/>
                      <a:endParaRPr lang="es-PE" sz="1600" dirty="0"/>
                    </a:p>
                  </a:txBody>
                  <a:tcPr anchor="ctr"/>
                </a:tc>
                <a:tc>
                  <a:txBody>
                    <a:bodyPr/>
                    <a:lstStyle/>
                    <a:p>
                      <a:pPr algn="ctr"/>
                      <a:r>
                        <a:rPr lang="es-PE" sz="1800" noProof="0" dirty="0"/>
                        <a:t>Efecto (E)</a:t>
                      </a:r>
                    </a:p>
                  </a:txBody>
                  <a:tcPr anchor="ctr">
                    <a:solidFill>
                      <a:srgbClr val="FFC000"/>
                    </a:solidFill>
                  </a:tcPr>
                </a:tc>
                <a:extLst>
                  <a:ext uri="{0D108BD9-81ED-4DB2-BD59-A6C34878D82A}">
                    <a16:rowId xmlns:a16="http://schemas.microsoft.com/office/drawing/2014/main" val="3830394584"/>
                  </a:ext>
                </a:extLst>
              </a:tr>
              <a:tr h="1662021">
                <a:tc>
                  <a:txBody>
                    <a:bodyPr/>
                    <a:lstStyle/>
                    <a:p>
                      <a:pPr algn="ctr"/>
                      <a:r>
                        <a:rPr lang="es-PE" sz="1600" noProof="0" dirty="0"/>
                        <a:t>Comunidades con conflictos sociales vigentes</a:t>
                      </a:r>
                    </a:p>
                  </a:txBody>
                  <a:tcPr anchor="ctr"/>
                </a:tc>
                <a:tc>
                  <a:txBody>
                    <a:bodyPr/>
                    <a:lstStyle/>
                    <a:p>
                      <a:pPr algn="ctr"/>
                      <a:r>
                        <a:rPr lang="es-PE" sz="1600" noProof="0" dirty="0"/>
                        <a:t>Azuzamiento de grupos radicales</a:t>
                      </a:r>
                    </a:p>
                  </a:txBody>
                  <a:tcPr anchor="ctr"/>
                </a:tc>
                <a:tc>
                  <a:txBody>
                    <a:bodyPr/>
                    <a:lstStyle/>
                    <a:p>
                      <a:pPr algn="ctr"/>
                      <a:r>
                        <a:rPr lang="es-PE" sz="1600" noProof="0" dirty="0"/>
                        <a:t>Ausencia o limitación extrema de servicios básicos del Estado</a:t>
                      </a:r>
                    </a:p>
                  </a:txBody>
                  <a:tcPr anchor="ctr"/>
                </a:tc>
                <a:tc>
                  <a:txBody>
                    <a:bodyPr/>
                    <a:lstStyle/>
                    <a:p>
                      <a:pPr algn="ctr"/>
                      <a:r>
                        <a:rPr lang="es-PE" sz="1600" noProof="0" dirty="0"/>
                        <a:t>Contaminación generada por la actividad minera</a:t>
                      </a:r>
                    </a:p>
                  </a:txBody>
                  <a:tcPr anchor="ctr"/>
                </a:tc>
                <a:tc>
                  <a:txBody>
                    <a:bodyPr/>
                    <a:lstStyle/>
                    <a:p>
                      <a:pPr algn="ctr"/>
                      <a:r>
                        <a:rPr lang="es-PE" sz="1600" noProof="0" dirty="0"/>
                        <a:t>Falta de respuesta estatal a demandas comunitarias</a:t>
                      </a:r>
                    </a:p>
                  </a:txBody>
                  <a:tcPr anchor="ctr"/>
                </a:tc>
                <a:tc>
                  <a:txBody>
                    <a:bodyPr/>
                    <a:lstStyle/>
                    <a:p>
                      <a:pPr algn="ctr"/>
                      <a:r>
                        <a:rPr lang="es-PE" sz="1600" noProof="0" dirty="0"/>
                        <a:t>Levantamiento popular</a:t>
                      </a:r>
                    </a:p>
                  </a:txBody>
                  <a:tcPr anchor="ctr">
                    <a:solidFill>
                      <a:srgbClr val="FFC000"/>
                    </a:solidFill>
                  </a:tcPr>
                </a:tc>
                <a:extLst>
                  <a:ext uri="{0D108BD9-81ED-4DB2-BD59-A6C34878D82A}">
                    <a16:rowId xmlns:a16="http://schemas.microsoft.com/office/drawing/2014/main" val="3200730726"/>
                  </a:ext>
                </a:extLst>
              </a:tr>
              <a:tr h="1079698">
                <a:tc>
                  <a:txBody>
                    <a:bodyPr/>
                    <a:lstStyle/>
                    <a:p>
                      <a:pPr algn="ctr"/>
                      <a:r>
                        <a:rPr lang="es-PE" sz="3200" noProof="0" dirty="0"/>
                        <a:t>1</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solidFill>
                      <a:srgbClr val="FFC000"/>
                    </a:solidFill>
                  </a:tcPr>
                </a:tc>
                <a:extLst>
                  <a:ext uri="{0D108BD9-81ED-4DB2-BD59-A6C34878D82A}">
                    <a16:rowId xmlns:a16="http://schemas.microsoft.com/office/drawing/2014/main" val="2348641861"/>
                  </a:ext>
                </a:extLst>
              </a:tr>
              <a:tr h="1079698">
                <a:tc>
                  <a:txBody>
                    <a:bodyPr/>
                    <a:lstStyle/>
                    <a:p>
                      <a:pPr algn="ctr"/>
                      <a:r>
                        <a:rPr lang="es-PE" sz="3200" noProof="0" dirty="0"/>
                        <a:t>1’</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endParaRPr lang="es-PE" sz="3200" noProof="0" dirty="0"/>
                    </a:p>
                  </a:txBody>
                  <a:tcPr anchor="ctr">
                    <a:solidFill>
                      <a:srgbClr val="FFC000"/>
                    </a:solidFill>
                  </a:tcPr>
                </a:tc>
                <a:extLst>
                  <a:ext uri="{0D108BD9-81ED-4DB2-BD59-A6C34878D82A}">
                    <a16:rowId xmlns:a16="http://schemas.microsoft.com/office/drawing/2014/main" val="3683804538"/>
                  </a:ext>
                </a:extLst>
              </a:tr>
              <a:tr h="1079698">
                <a:tc>
                  <a:txBody>
                    <a:bodyPr/>
                    <a:lstStyle/>
                    <a:p>
                      <a:pPr algn="ctr"/>
                      <a:r>
                        <a:rPr lang="es-PE" sz="3200" noProof="0" dirty="0"/>
                        <a:t>2</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PE" sz="3200" noProof="0" dirty="0"/>
                        <a:t>X</a:t>
                      </a:r>
                    </a:p>
                  </a:txBody>
                  <a:tcPr anchor="ctr">
                    <a:solidFill>
                      <a:srgbClr val="FFC000"/>
                    </a:solidFill>
                  </a:tcPr>
                </a:tc>
                <a:extLst>
                  <a:ext uri="{0D108BD9-81ED-4DB2-BD59-A6C34878D82A}">
                    <a16:rowId xmlns:a16="http://schemas.microsoft.com/office/drawing/2014/main" val="437136093"/>
                  </a:ext>
                </a:extLst>
              </a:tr>
              <a:tr h="1079698">
                <a:tc>
                  <a:txBody>
                    <a:bodyPr/>
                    <a:lstStyle/>
                    <a:p>
                      <a:pPr algn="ctr"/>
                      <a:r>
                        <a:rPr lang="es-PE" sz="3200" noProof="0" dirty="0"/>
                        <a:t>2’</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r>
                        <a:rPr lang="es-PE" sz="3200" noProof="0" dirty="0"/>
                        <a:t>X</a:t>
                      </a:r>
                    </a:p>
                  </a:txBody>
                  <a:tcPr anchor="ctr"/>
                </a:tc>
                <a:tc>
                  <a:txBody>
                    <a:bodyPr/>
                    <a:lstStyle/>
                    <a:p>
                      <a:pPr algn="ctr"/>
                      <a:endParaRPr lang="es-PE" sz="3200" noProof="0" dirty="0"/>
                    </a:p>
                  </a:txBody>
                  <a:tcPr anchor="ctr"/>
                </a:tc>
                <a:tc>
                  <a:txBody>
                    <a:bodyPr/>
                    <a:lstStyle/>
                    <a:p>
                      <a:pPr algn="ctr"/>
                      <a:endParaRPr lang="es-PE" sz="3200" noProof="0" dirty="0"/>
                    </a:p>
                  </a:txBody>
                  <a:tcPr anchor="ctr">
                    <a:solidFill>
                      <a:srgbClr val="FFC000"/>
                    </a:solidFill>
                  </a:tcPr>
                </a:tc>
                <a:extLst>
                  <a:ext uri="{0D108BD9-81ED-4DB2-BD59-A6C34878D82A}">
                    <a16:rowId xmlns:a16="http://schemas.microsoft.com/office/drawing/2014/main" val="2295298923"/>
                  </a:ext>
                </a:extLst>
              </a:tr>
            </a:tbl>
          </a:graphicData>
        </a:graphic>
      </p:graphicFrame>
      <p:sp>
        <p:nvSpPr>
          <p:cNvPr id="2" name="Rectángulo 1">
            <a:extLst>
              <a:ext uri="{FF2B5EF4-FFF2-40B4-BE49-F238E27FC236}">
                <a16:creationId xmlns:a16="http://schemas.microsoft.com/office/drawing/2014/main" id="{DECB6E34-D2AB-3426-3D5C-0117DCA71A86}"/>
              </a:ext>
            </a:extLst>
          </p:cNvPr>
          <p:cNvSpPr/>
          <p:nvPr/>
        </p:nvSpPr>
        <p:spPr>
          <a:xfrm>
            <a:off x="6092915" y="3649074"/>
            <a:ext cx="1360170" cy="105156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sp>
        <p:nvSpPr>
          <p:cNvPr id="3" name="Rectángulo 2">
            <a:extLst>
              <a:ext uri="{FF2B5EF4-FFF2-40B4-BE49-F238E27FC236}">
                <a16:creationId xmlns:a16="http://schemas.microsoft.com/office/drawing/2014/main" id="{D727DC5D-CED5-6657-698D-1559053BA322}"/>
              </a:ext>
            </a:extLst>
          </p:cNvPr>
          <p:cNvSpPr/>
          <p:nvPr/>
        </p:nvSpPr>
        <p:spPr>
          <a:xfrm>
            <a:off x="6092915" y="5806440"/>
            <a:ext cx="1360170" cy="105156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noProof="0" dirty="0"/>
          </a:p>
        </p:txBody>
      </p:sp>
    </p:spTree>
    <p:extLst>
      <p:ext uri="{BB962C8B-B14F-4D97-AF65-F5344CB8AC3E}">
        <p14:creationId xmlns:p14="http://schemas.microsoft.com/office/powerpoint/2010/main" val="169560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s-PE" noProof="0" dirty="0"/>
              <a:t>Limitaciones de los métodos de Mill</a:t>
            </a:r>
          </a:p>
        </p:txBody>
      </p:sp>
      <p:sp>
        <p:nvSpPr>
          <p:cNvPr id="201" name="Google Shape;201;p20"/>
          <p:cNvSpPr txBox="1">
            <a:spLocks noGrp="1"/>
          </p:cNvSpPr>
          <p:nvPr>
            <p:ph type="body" idx="1"/>
          </p:nvPr>
        </p:nvSpPr>
        <p:spPr>
          <a:xfrm>
            <a:off x="457200" y="1614714"/>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Char char="•"/>
            </a:pPr>
            <a:r>
              <a:rPr lang="es-PE" noProof="0" dirty="0"/>
              <a:t>Los métodos funcionan solo en escenarios ideales donde se puede aislar </a:t>
            </a:r>
            <a:r>
              <a:rPr lang="es-PE" dirty="0"/>
              <a:t>todos los</a:t>
            </a:r>
            <a:r>
              <a:rPr lang="es-PE" noProof="0" dirty="0"/>
              <a:t> factores causales relevantes (</a:t>
            </a:r>
            <a:r>
              <a:rPr lang="es-PE" i="1" noProof="0" dirty="0"/>
              <a:t>C, C1,…,Cn</a:t>
            </a:r>
            <a:r>
              <a:rPr lang="es-PE" noProof="0" dirty="0"/>
              <a:t>) </a:t>
            </a:r>
            <a:r>
              <a:rPr lang="es-PE" dirty="0"/>
              <a:t>para</a:t>
            </a:r>
            <a:r>
              <a:rPr lang="es-PE" noProof="0" dirty="0"/>
              <a:t> las incidencias de </a:t>
            </a:r>
            <a:r>
              <a:rPr lang="es-PE" i="1" noProof="0" dirty="0"/>
              <a:t>E: </a:t>
            </a:r>
            <a:r>
              <a:rPr lang="es-PE" noProof="0" dirty="0"/>
              <a:t>los hechos en el mundo son mucho más complejos</a:t>
            </a:r>
          </a:p>
          <a:p>
            <a:pPr marL="0" lvl="0" indent="0" algn="just" rtl="0">
              <a:spcBef>
                <a:spcPts val="0"/>
              </a:spcBef>
              <a:spcAft>
                <a:spcPts val="0"/>
              </a:spcAft>
              <a:buClr>
                <a:schemeClr val="dk1"/>
              </a:buClr>
              <a:buSzPct val="100000"/>
              <a:buNone/>
            </a:pPr>
            <a:r>
              <a:rPr lang="es-PE" b="1" noProof="0" dirty="0"/>
              <a:t> </a:t>
            </a:r>
            <a:r>
              <a:rPr lang="es-PE" b="1" i="1" noProof="0" dirty="0"/>
              <a:t> </a:t>
            </a:r>
            <a:endParaRPr lang="es-PE" i="1" noProof="0" dirty="0"/>
          </a:p>
          <a:p>
            <a:pPr marL="342900" lvl="0" indent="-342900" algn="just" rtl="0">
              <a:spcBef>
                <a:spcPts val="544"/>
              </a:spcBef>
              <a:spcAft>
                <a:spcPts val="0"/>
              </a:spcAft>
              <a:buClr>
                <a:schemeClr val="dk1"/>
              </a:buClr>
              <a:buSzPct val="100000"/>
              <a:buChar char="•"/>
            </a:pPr>
            <a:r>
              <a:rPr lang="es-PE" noProof="0" dirty="0"/>
              <a:t>Es necesario conocer las relaciones entre los hechos que ocurren alrededor de la incidencia de </a:t>
            </a:r>
            <a:r>
              <a:rPr lang="es-PE" i="1" noProof="0" dirty="0"/>
              <a:t>E</a:t>
            </a:r>
            <a:r>
              <a:rPr lang="es-PE" noProof="0" dirty="0"/>
              <a:t>. Sin contexto</a:t>
            </a:r>
            <a:r>
              <a:rPr lang="es-PE" i="1" noProof="0" dirty="0"/>
              <a:t>,</a:t>
            </a:r>
            <a:r>
              <a:rPr lang="es-PE" noProof="0" dirty="0"/>
              <a:t> es imposible saber qué factores aislar y, por consiguiente, descubrir cuál es causa.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s-PE" noProof="0" dirty="0"/>
              <a:t>Más allá de los métodos de Mill</a:t>
            </a:r>
          </a:p>
        </p:txBody>
      </p:sp>
      <p:sp>
        <p:nvSpPr>
          <p:cNvPr id="207" name="Google Shape;207;p21"/>
          <p:cNvSpPr txBox="1">
            <a:spLocks noGrp="1"/>
          </p:cNvSpPr>
          <p:nvPr>
            <p:ph type="body" idx="1"/>
          </p:nvPr>
        </p:nvSpPr>
        <p:spPr>
          <a:xfrm>
            <a:off x="457200" y="1324072"/>
            <a:ext cx="8229600" cy="5296819"/>
          </a:xfrm>
          <a:prstGeom prst="rect">
            <a:avLst/>
          </a:prstGeom>
          <a:noFill/>
          <a:ln>
            <a:noFill/>
          </a:ln>
        </p:spPr>
        <p:txBody>
          <a:bodyPr spcFirstLastPara="1" wrap="square" lIns="91425" tIns="45700" rIns="91425" bIns="45700" anchor="t" anchorCtr="0">
            <a:normAutofit fontScale="77500" lnSpcReduction="20000"/>
          </a:bodyPr>
          <a:lstStyle/>
          <a:p>
            <a:pPr marL="0" lvl="0" indent="0" algn="just" rtl="0">
              <a:spcBef>
                <a:spcPts val="544"/>
              </a:spcBef>
              <a:spcAft>
                <a:spcPts val="0"/>
              </a:spcAft>
              <a:buClr>
                <a:schemeClr val="dk1"/>
              </a:buClr>
              <a:buSzPct val="100000"/>
              <a:buNone/>
            </a:pPr>
            <a:r>
              <a:rPr lang="es-PE" noProof="0" dirty="0"/>
              <a:t>Dada la limitación de nuestra información en situaciones no ideales, los argumentos causales suelen </a:t>
            </a:r>
            <a:r>
              <a:rPr lang="es-PE" noProof="0" dirty="0" err="1"/>
              <a:t>pretend</a:t>
            </a:r>
            <a:r>
              <a:rPr lang="es-PE" dirty="0" err="1"/>
              <a:t>er</a:t>
            </a:r>
            <a:r>
              <a:rPr lang="es-PE" noProof="0" dirty="0"/>
              <a:t> establecer tan solo el mejor factor causal para explicar </a:t>
            </a:r>
            <a:r>
              <a:rPr lang="es-PE" i="1" noProof="0" dirty="0"/>
              <a:t>E </a:t>
            </a:r>
            <a:r>
              <a:rPr lang="es-PE" noProof="0" dirty="0"/>
              <a:t>disponible</a:t>
            </a:r>
            <a:r>
              <a:rPr lang="es-PE" i="1" noProof="0" dirty="0"/>
              <a:t>.  </a:t>
            </a:r>
          </a:p>
          <a:p>
            <a:pPr marL="0" lvl="0" indent="0" algn="just" rtl="0">
              <a:spcBef>
                <a:spcPts val="544"/>
              </a:spcBef>
              <a:spcAft>
                <a:spcPts val="0"/>
              </a:spcAft>
              <a:buClr>
                <a:schemeClr val="dk1"/>
              </a:buClr>
              <a:buSzPct val="100000"/>
              <a:buNone/>
            </a:pPr>
            <a:endParaRPr lang="es-PE" i="1" dirty="0"/>
          </a:p>
          <a:p>
            <a:pPr marL="0" lvl="0" indent="0" algn="just" rtl="0">
              <a:spcBef>
                <a:spcPts val="544"/>
              </a:spcBef>
              <a:spcAft>
                <a:spcPts val="0"/>
              </a:spcAft>
              <a:buClr>
                <a:schemeClr val="dk1"/>
              </a:buClr>
              <a:buSzPct val="100000"/>
              <a:buNone/>
            </a:pPr>
            <a:r>
              <a:rPr lang="es-PE" i="1" noProof="0" dirty="0"/>
              <a:t>C </a:t>
            </a:r>
            <a:r>
              <a:rPr lang="es-PE" noProof="0" dirty="0"/>
              <a:t>se elegirá de entre una serie de factores correlacionados con </a:t>
            </a:r>
            <a:r>
              <a:rPr lang="es-PE" i="1" noProof="0" dirty="0"/>
              <a:t>E</a:t>
            </a:r>
            <a:r>
              <a:rPr lang="es-PE" i="1" dirty="0"/>
              <a:t>, </a:t>
            </a:r>
            <a:r>
              <a:rPr lang="es-PE" dirty="0"/>
              <a:t>aunque no sepamos si esos son todos los factores relevantes. </a:t>
            </a:r>
          </a:p>
          <a:p>
            <a:pPr marL="0" lvl="0" indent="0" algn="just" rtl="0">
              <a:spcBef>
                <a:spcPts val="544"/>
              </a:spcBef>
              <a:spcAft>
                <a:spcPts val="0"/>
              </a:spcAft>
              <a:buClr>
                <a:schemeClr val="dk1"/>
              </a:buClr>
              <a:buSzPct val="100000"/>
              <a:buNone/>
            </a:pPr>
            <a:endParaRPr lang="es-PE" i="1" noProof="0" dirty="0"/>
          </a:p>
          <a:p>
            <a:pPr marL="0" lvl="0" indent="0" algn="just" rtl="0">
              <a:spcBef>
                <a:spcPts val="544"/>
              </a:spcBef>
              <a:spcAft>
                <a:spcPts val="0"/>
              </a:spcAft>
              <a:buClr>
                <a:schemeClr val="dk1"/>
              </a:buClr>
              <a:buSzPct val="100000"/>
              <a:buNone/>
            </a:pPr>
            <a:r>
              <a:rPr lang="es-PE" noProof="0" dirty="0"/>
              <a:t>Se necesitarán criterios para comparar los factores causales entre ellos: plausibilidad, simpleza y </a:t>
            </a:r>
            <a:r>
              <a:rPr lang="es-PE" noProof="0" dirty="0" err="1"/>
              <a:t>explicatividad</a:t>
            </a:r>
            <a:r>
              <a:rPr lang="es-PE" dirty="0"/>
              <a:t> son los más importantes.</a:t>
            </a:r>
          </a:p>
          <a:p>
            <a:pPr marL="0" lvl="0" indent="0" algn="just" rtl="0">
              <a:spcBef>
                <a:spcPts val="544"/>
              </a:spcBef>
              <a:spcAft>
                <a:spcPts val="0"/>
              </a:spcAft>
              <a:buClr>
                <a:schemeClr val="dk1"/>
              </a:buClr>
              <a:buSzPct val="100000"/>
              <a:buNone/>
            </a:pPr>
            <a:endParaRPr lang="es-PE" noProof="0" dirty="0"/>
          </a:p>
          <a:p>
            <a:pPr marL="0" lvl="0" indent="0" algn="just" rtl="0">
              <a:spcBef>
                <a:spcPts val="544"/>
              </a:spcBef>
              <a:spcAft>
                <a:spcPts val="0"/>
              </a:spcAft>
              <a:buClr>
                <a:schemeClr val="dk1"/>
              </a:buClr>
              <a:buSzPct val="100000"/>
              <a:buNone/>
            </a:pPr>
            <a:r>
              <a:rPr lang="es-PE" dirty="0"/>
              <a:t>Este tipo de argumentos se llaman inferencia a la mejor explicación o abducciones. Se analizarán la siguiente sesión.</a:t>
            </a:r>
            <a:endParaRPr lang="es-PE"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2226</TotalTime>
  <Words>1704</Words>
  <Application>Microsoft Office PowerPoint</Application>
  <PresentationFormat>Presentación en pantalla (4:3)</PresentationFormat>
  <Paragraphs>236</Paragraphs>
  <Slides>26</Slides>
  <Notes>16</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26</vt:i4>
      </vt:variant>
    </vt:vector>
  </HeadingPairs>
  <TitlesOfParts>
    <vt:vector size="31" baseType="lpstr">
      <vt:lpstr>Arial</vt:lpstr>
      <vt:lpstr>Calibri</vt:lpstr>
      <vt:lpstr>Cambria Math</vt:lpstr>
      <vt:lpstr>Office Theme</vt:lpstr>
      <vt:lpstr>2_Office Theme</vt:lpstr>
      <vt:lpstr>Estrategias argumentativas</vt:lpstr>
      <vt:lpstr>Argumento inductivo causal</vt:lpstr>
      <vt:lpstr>Dos tipos de argumento causal</vt:lpstr>
      <vt:lpstr>Esquema del argumento causal tipo A</vt:lpstr>
      <vt:lpstr>Ejemplo 1</vt:lpstr>
      <vt:lpstr>Ejemplo 2</vt:lpstr>
      <vt:lpstr>Ejemplo 3</vt:lpstr>
      <vt:lpstr>Enunciados causales</vt:lpstr>
      <vt:lpstr>Enunciados causales</vt:lpstr>
      <vt:lpstr>Tipos de relación causal</vt:lpstr>
      <vt:lpstr>Tipos de relación causal</vt:lpstr>
      <vt:lpstr>Tipos de relación causal</vt:lpstr>
      <vt:lpstr>Correlación y causalidad</vt:lpstr>
      <vt:lpstr>Ejemplo</vt:lpstr>
      <vt:lpstr>Correlación  y  causalidad</vt:lpstr>
      <vt:lpstr>Correlación  y causalidad</vt:lpstr>
      <vt:lpstr>Los métodos de J. S. Mill  </vt:lpstr>
      <vt:lpstr>A. Método de la concordancia</vt:lpstr>
      <vt:lpstr>Presentación de PowerPoint</vt:lpstr>
      <vt:lpstr>B. Método de la diferencia</vt:lpstr>
      <vt:lpstr>Presentación de PowerPoint</vt:lpstr>
      <vt:lpstr>C. Método de la concordancia y la diferencia</vt:lpstr>
      <vt:lpstr>Presentación de PowerPoint</vt:lpstr>
      <vt:lpstr>Presentación de PowerPoint</vt:lpstr>
      <vt:lpstr>Limitaciones de los métodos de Mill</vt:lpstr>
      <vt:lpstr>Más allá de los métodos de Mill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Judit Zanelli</dc:creator>
  <cp:lastModifiedBy>Raymond Ocampo Salazar</cp:lastModifiedBy>
  <cp:revision>7</cp:revision>
  <dcterms:created xsi:type="dcterms:W3CDTF">2019-05-08T15:21:38Z</dcterms:created>
  <dcterms:modified xsi:type="dcterms:W3CDTF">2025-09-24T04:14:08Z</dcterms:modified>
</cp:coreProperties>
</file>