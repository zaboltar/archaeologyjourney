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05" r:id="rId2"/>
    <p:sldId id="320" r:id="rId3"/>
    <p:sldId id="315" r:id="rId4"/>
    <p:sldId id="277" r:id="rId5"/>
    <p:sldId id="316" r:id="rId6"/>
    <p:sldId id="278" r:id="rId7"/>
    <p:sldId id="314" r:id="rId8"/>
    <p:sldId id="322" r:id="rId9"/>
    <p:sldId id="279" r:id="rId10"/>
    <p:sldId id="280" r:id="rId11"/>
    <p:sldId id="281" r:id="rId12"/>
    <p:sldId id="282" r:id="rId13"/>
    <p:sldId id="321" r:id="rId14"/>
    <p:sldId id="323" r:id="rId15"/>
    <p:sldId id="324" r:id="rId16"/>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7EA984-8D11-4B54-81F4-0CE1C6F5105B}" v="216" dt="2025-09-30T18:03:42.500"/>
    <p1510:client id="{CAEDCFD0-AF12-456C-BD84-20B22EAC4A94}" v="22" dt="2025-09-30T19:17:18.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mond Ocampo Salazar" userId="S::raymond.ocampo@uarm.pe::8c5e0022-6c32-4ab7-ab0b-1a09adf74a88" providerId="AD" clId="Web-{CAEDCFD0-AF12-456C-BD84-20B22EAC4A94}"/>
    <pc:docChg chg="modSld">
      <pc:chgData name="Raymond Ocampo Salazar" userId="S::raymond.ocampo@uarm.pe::8c5e0022-6c32-4ab7-ab0b-1a09adf74a88" providerId="AD" clId="Web-{CAEDCFD0-AF12-456C-BD84-20B22EAC4A94}" dt="2025-09-30T19:17:17.315" v="19" actId="20577"/>
      <pc:docMkLst>
        <pc:docMk/>
      </pc:docMkLst>
      <pc:sldChg chg="addSp delSp modSp">
        <pc:chgData name="Raymond Ocampo Salazar" userId="S::raymond.ocampo@uarm.pe::8c5e0022-6c32-4ab7-ab0b-1a09adf74a88" providerId="AD" clId="Web-{CAEDCFD0-AF12-456C-BD84-20B22EAC4A94}" dt="2025-09-30T19:16:51.061" v="4"/>
        <pc:sldMkLst>
          <pc:docMk/>
          <pc:sldMk cId="733125996" sldId="314"/>
        </pc:sldMkLst>
        <pc:spChg chg="add del mod">
          <ac:chgData name="Raymond Ocampo Salazar" userId="S::raymond.ocampo@uarm.pe::8c5e0022-6c32-4ab7-ab0b-1a09adf74a88" providerId="AD" clId="Web-{CAEDCFD0-AF12-456C-BD84-20B22EAC4A94}" dt="2025-09-30T19:16:50.014" v="3"/>
          <ac:spMkLst>
            <pc:docMk/>
            <pc:sldMk cId="733125996" sldId="314"/>
            <ac:spMk id="3" creationId="{B78CA893-8330-54CE-805A-CC837E4C4684}"/>
          </ac:spMkLst>
        </pc:spChg>
        <pc:spChg chg="add del">
          <ac:chgData name="Raymond Ocampo Salazar" userId="S::raymond.ocampo@uarm.pe::8c5e0022-6c32-4ab7-ab0b-1a09adf74a88" providerId="AD" clId="Web-{CAEDCFD0-AF12-456C-BD84-20B22EAC4A94}" dt="2025-09-30T19:16:46.779" v="2"/>
          <ac:spMkLst>
            <pc:docMk/>
            <pc:sldMk cId="733125996" sldId="314"/>
            <ac:spMk id="5" creationId="{EA843CF4-4BC2-0B6F-0F21-E4BCE86506F2}"/>
          </ac:spMkLst>
        </pc:spChg>
        <pc:spChg chg="add mod">
          <ac:chgData name="Raymond Ocampo Salazar" userId="S::raymond.ocampo@uarm.pe::8c5e0022-6c32-4ab7-ab0b-1a09adf74a88" providerId="AD" clId="Web-{CAEDCFD0-AF12-456C-BD84-20B22EAC4A94}" dt="2025-09-30T19:16:51.061" v="4"/>
          <ac:spMkLst>
            <pc:docMk/>
            <pc:sldMk cId="733125996" sldId="314"/>
            <ac:spMk id="7" creationId="{96F02182-428B-C521-1A3B-3F39442DD08F}"/>
          </ac:spMkLst>
        </pc:spChg>
        <pc:spChg chg="del">
          <ac:chgData name="Raymond Ocampo Salazar" userId="S::raymond.ocampo@uarm.pe::8c5e0022-6c32-4ab7-ab0b-1a09adf74a88" providerId="AD" clId="Web-{CAEDCFD0-AF12-456C-BD84-20B22EAC4A94}" dt="2025-09-30T19:16:43.622" v="0"/>
          <ac:spMkLst>
            <pc:docMk/>
            <pc:sldMk cId="733125996" sldId="314"/>
            <ac:spMk id="218" creationId="{31DB8E14-DF57-C81F-9E9D-8F5AC30B61F5}"/>
          </ac:spMkLst>
        </pc:spChg>
      </pc:sldChg>
      <pc:sldChg chg="modSp">
        <pc:chgData name="Raymond Ocampo Salazar" userId="S::raymond.ocampo@uarm.pe::8c5e0022-6c32-4ab7-ab0b-1a09adf74a88" providerId="AD" clId="Web-{CAEDCFD0-AF12-456C-BD84-20B22EAC4A94}" dt="2025-09-30T19:17:17.315" v="19" actId="20577"/>
        <pc:sldMkLst>
          <pc:docMk/>
          <pc:sldMk cId="754631225" sldId="322"/>
        </pc:sldMkLst>
        <pc:spChg chg="mod">
          <ac:chgData name="Raymond Ocampo Salazar" userId="S::raymond.ocampo@uarm.pe::8c5e0022-6c32-4ab7-ab0b-1a09adf74a88" providerId="AD" clId="Web-{CAEDCFD0-AF12-456C-BD84-20B22EAC4A94}" dt="2025-09-30T19:17:17.315" v="19" actId="20577"/>
          <ac:spMkLst>
            <pc:docMk/>
            <pc:sldMk cId="754631225" sldId="322"/>
            <ac:spMk id="4" creationId="{98A98B68-268A-6DBE-57F5-4F9A98D3F053}"/>
          </ac:spMkLst>
        </pc:spChg>
      </pc:sldChg>
    </pc:docChg>
  </pc:docChgLst>
  <pc:docChgLst>
    <pc:chgData name="Raymond Ocampo Salazar" userId="8c5e0022-6c32-4ab7-ab0b-1a09adf74a88" providerId="ADAL" clId="{D99F63F4-474D-4672-96DC-B82B0CD4D21A}"/>
    <pc:docChg chg="undo custSel addSld delSld modSld">
      <pc:chgData name="Raymond Ocampo Salazar" userId="8c5e0022-6c32-4ab7-ab0b-1a09adf74a88" providerId="ADAL" clId="{D99F63F4-474D-4672-96DC-B82B0CD4D21A}" dt="2025-09-30T18:03:46.450" v="1549" actId="20577"/>
      <pc:docMkLst>
        <pc:docMk/>
      </pc:docMkLst>
      <pc:sldChg chg="modSp mod">
        <pc:chgData name="Raymond Ocampo Salazar" userId="8c5e0022-6c32-4ab7-ab0b-1a09adf74a88" providerId="ADAL" clId="{D99F63F4-474D-4672-96DC-B82B0CD4D21A}" dt="2025-09-30T16:41:05.141" v="228" actId="27636"/>
        <pc:sldMkLst>
          <pc:docMk/>
          <pc:sldMk cId="0" sldId="277"/>
        </pc:sldMkLst>
        <pc:spChg chg="mod">
          <ac:chgData name="Raymond Ocampo Salazar" userId="8c5e0022-6c32-4ab7-ab0b-1a09adf74a88" providerId="ADAL" clId="{D99F63F4-474D-4672-96DC-B82B0CD4D21A}" dt="2025-09-30T16:14:43.916" v="214" actId="20577"/>
          <ac:spMkLst>
            <pc:docMk/>
            <pc:sldMk cId="0" sldId="277"/>
            <ac:spMk id="212" creationId="{00000000-0000-0000-0000-000000000000}"/>
          </ac:spMkLst>
        </pc:spChg>
        <pc:spChg chg="mod">
          <ac:chgData name="Raymond Ocampo Salazar" userId="8c5e0022-6c32-4ab7-ab0b-1a09adf74a88" providerId="ADAL" clId="{D99F63F4-474D-4672-96DC-B82B0CD4D21A}" dt="2025-09-30T16:41:05.141" v="228" actId="27636"/>
          <ac:spMkLst>
            <pc:docMk/>
            <pc:sldMk cId="0" sldId="277"/>
            <ac:spMk id="213" creationId="{00000000-0000-0000-0000-000000000000}"/>
          </ac:spMkLst>
        </pc:spChg>
      </pc:sldChg>
      <pc:sldChg chg="modSp mod modAnim">
        <pc:chgData name="Raymond Ocampo Salazar" userId="8c5e0022-6c32-4ab7-ab0b-1a09adf74a88" providerId="ADAL" clId="{D99F63F4-474D-4672-96DC-B82B0CD4D21A}" dt="2025-09-30T16:43:24.870" v="288" actId="20577"/>
        <pc:sldMkLst>
          <pc:docMk/>
          <pc:sldMk cId="0" sldId="278"/>
        </pc:sldMkLst>
        <pc:spChg chg="mod">
          <ac:chgData name="Raymond Ocampo Salazar" userId="8c5e0022-6c32-4ab7-ab0b-1a09adf74a88" providerId="ADAL" clId="{D99F63F4-474D-4672-96DC-B82B0CD4D21A}" dt="2025-09-30T16:42:23.751" v="244" actId="27636"/>
          <ac:spMkLst>
            <pc:docMk/>
            <pc:sldMk cId="0" sldId="278"/>
            <ac:spMk id="218" creationId="{00000000-0000-0000-0000-000000000000}"/>
          </ac:spMkLst>
        </pc:spChg>
        <pc:spChg chg="mod">
          <ac:chgData name="Raymond Ocampo Salazar" userId="8c5e0022-6c32-4ab7-ab0b-1a09adf74a88" providerId="ADAL" clId="{D99F63F4-474D-4672-96DC-B82B0CD4D21A}" dt="2025-09-30T16:43:24.870" v="288" actId="20577"/>
          <ac:spMkLst>
            <pc:docMk/>
            <pc:sldMk cId="0" sldId="278"/>
            <ac:spMk id="219" creationId="{00000000-0000-0000-0000-000000000000}"/>
          </ac:spMkLst>
        </pc:spChg>
      </pc:sldChg>
      <pc:sldChg chg="modSp mod">
        <pc:chgData name="Raymond Ocampo Salazar" userId="8c5e0022-6c32-4ab7-ab0b-1a09adf74a88" providerId="ADAL" clId="{D99F63F4-474D-4672-96DC-B82B0CD4D21A}" dt="2025-09-30T16:57:40.029" v="991" actId="14100"/>
        <pc:sldMkLst>
          <pc:docMk/>
          <pc:sldMk cId="0" sldId="279"/>
        </pc:sldMkLst>
        <pc:spChg chg="mod">
          <ac:chgData name="Raymond Ocampo Salazar" userId="8c5e0022-6c32-4ab7-ab0b-1a09adf74a88" providerId="ADAL" clId="{D99F63F4-474D-4672-96DC-B82B0CD4D21A}" dt="2025-09-30T16:57:40.029" v="991" actId="14100"/>
          <ac:spMkLst>
            <pc:docMk/>
            <pc:sldMk cId="0" sldId="279"/>
            <ac:spMk id="224" creationId="{00000000-0000-0000-0000-000000000000}"/>
          </ac:spMkLst>
        </pc:spChg>
        <pc:spChg chg="mod">
          <ac:chgData name="Raymond Ocampo Salazar" userId="8c5e0022-6c32-4ab7-ab0b-1a09adf74a88" providerId="ADAL" clId="{D99F63F4-474D-4672-96DC-B82B0CD4D21A}" dt="2025-09-30T16:48:38.636" v="440" actId="20577"/>
          <ac:spMkLst>
            <pc:docMk/>
            <pc:sldMk cId="0" sldId="279"/>
            <ac:spMk id="225" creationId="{00000000-0000-0000-0000-000000000000}"/>
          </ac:spMkLst>
        </pc:spChg>
      </pc:sldChg>
      <pc:sldChg chg="modSp mod">
        <pc:chgData name="Raymond Ocampo Salazar" userId="8c5e0022-6c32-4ab7-ab0b-1a09adf74a88" providerId="ADAL" clId="{D99F63F4-474D-4672-96DC-B82B0CD4D21A}" dt="2025-09-30T16:58:02.365" v="1013" actId="14100"/>
        <pc:sldMkLst>
          <pc:docMk/>
          <pc:sldMk cId="0" sldId="280"/>
        </pc:sldMkLst>
        <pc:spChg chg="mod">
          <ac:chgData name="Raymond Ocampo Salazar" userId="8c5e0022-6c32-4ab7-ab0b-1a09adf74a88" providerId="ADAL" clId="{D99F63F4-474D-4672-96DC-B82B0CD4D21A}" dt="2025-09-30T16:58:02.365" v="1013" actId="14100"/>
          <ac:spMkLst>
            <pc:docMk/>
            <pc:sldMk cId="0" sldId="280"/>
            <ac:spMk id="230" creationId="{00000000-0000-0000-0000-000000000000}"/>
          </ac:spMkLst>
        </pc:spChg>
        <pc:spChg chg="mod">
          <ac:chgData name="Raymond Ocampo Salazar" userId="8c5e0022-6c32-4ab7-ab0b-1a09adf74a88" providerId="ADAL" clId="{D99F63F4-474D-4672-96DC-B82B0CD4D21A}" dt="2025-09-30T16:45:56.191" v="321" actId="5793"/>
          <ac:spMkLst>
            <pc:docMk/>
            <pc:sldMk cId="0" sldId="280"/>
            <ac:spMk id="231" creationId="{00000000-0000-0000-0000-000000000000}"/>
          </ac:spMkLst>
        </pc:spChg>
      </pc:sldChg>
      <pc:sldChg chg="modSp mod">
        <pc:chgData name="Raymond Ocampo Salazar" userId="8c5e0022-6c32-4ab7-ab0b-1a09adf74a88" providerId="ADAL" clId="{D99F63F4-474D-4672-96DC-B82B0CD4D21A}" dt="2025-09-30T16:58:15.630" v="1022" actId="20577"/>
        <pc:sldMkLst>
          <pc:docMk/>
          <pc:sldMk cId="0" sldId="281"/>
        </pc:sldMkLst>
        <pc:spChg chg="mod">
          <ac:chgData name="Raymond Ocampo Salazar" userId="8c5e0022-6c32-4ab7-ab0b-1a09adf74a88" providerId="ADAL" clId="{D99F63F4-474D-4672-96DC-B82B0CD4D21A}" dt="2025-09-30T16:58:07.461" v="1014"/>
          <ac:spMkLst>
            <pc:docMk/>
            <pc:sldMk cId="0" sldId="281"/>
            <ac:spMk id="236" creationId="{00000000-0000-0000-0000-000000000000}"/>
          </ac:spMkLst>
        </pc:spChg>
        <pc:spChg chg="mod">
          <ac:chgData name="Raymond Ocampo Salazar" userId="8c5e0022-6c32-4ab7-ab0b-1a09adf74a88" providerId="ADAL" clId="{D99F63F4-474D-4672-96DC-B82B0CD4D21A}" dt="2025-09-30T16:58:15.630" v="1022" actId="20577"/>
          <ac:spMkLst>
            <pc:docMk/>
            <pc:sldMk cId="0" sldId="281"/>
            <ac:spMk id="237" creationId="{00000000-0000-0000-0000-000000000000}"/>
          </ac:spMkLst>
        </pc:spChg>
      </pc:sldChg>
      <pc:sldChg chg="modSp add del mod">
        <pc:chgData name="Raymond Ocampo Salazar" userId="8c5e0022-6c32-4ab7-ab0b-1a09adf74a88" providerId="ADAL" clId="{D99F63F4-474D-4672-96DC-B82B0CD4D21A}" dt="2025-09-30T16:58:34.013" v="1026" actId="1035"/>
        <pc:sldMkLst>
          <pc:docMk/>
          <pc:sldMk cId="0" sldId="282"/>
        </pc:sldMkLst>
        <pc:spChg chg="mod">
          <ac:chgData name="Raymond Ocampo Salazar" userId="8c5e0022-6c32-4ab7-ab0b-1a09adf74a88" providerId="ADAL" clId="{D99F63F4-474D-4672-96DC-B82B0CD4D21A}" dt="2025-09-30T16:58:34.013" v="1026" actId="1035"/>
          <ac:spMkLst>
            <pc:docMk/>
            <pc:sldMk cId="0" sldId="282"/>
            <ac:spMk id="243" creationId="{00000000-0000-0000-0000-000000000000}"/>
          </ac:spMkLst>
        </pc:spChg>
      </pc:sldChg>
      <pc:sldChg chg="addSp modSp mod modAnim">
        <pc:chgData name="Raymond Ocampo Salazar" userId="8c5e0022-6c32-4ab7-ab0b-1a09adf74a88" providerId="ADAL" clId="{D99F63F4-474D-4672-96DC-B82B0CD4D21A}" dt="2025-09-30T16:07:27.850" v="117" actId="1076"/>
        <pc:sldMkLst>
          <pc:docMk/>
          <pc:sldMk cId="1719819471" sldId="305"/>
        </pc:sldMkLst>
        <pc:spChg chg="add mod">
          <ac:chgData name="Raymond Ocampo Salazar" userId="8c5e0022-6c32-4ab7-ab0b-1a09adf74a88" providerId="ADAL" clId="{D99F63F4-474D-4672-96DC-B82B0CD4D21A}" dt="2025-09-30T16:07:27.850" v="117" actId="1076"/>
          <ac:spMkLst>
            <pc:docMk/>
            <pc:sldMk cId="1719819471" sldId="305"/>
            <ac:spMk id="2" creationId="{F123E379-A78F-DAD4-3FA1-932CD0ADC0CA}"/>
          </ac:spMkLst>
        </pc:spChg>
        <pc:spChg chg="mod">
          <ac:chgData name="Raymond Ocampo Salazar" userId="8c5e0022-6c32-4ab7-ab0b-1a09adf74a88" providerId="ADAL" clId="{D99F63F4-474D-4672-96DC-B82B0CD4D21A}" dt="2025-09-30T16:06:49.560" v="89" actId="1076"/>
          <ac:spMkLst>
            <pc:docMk/>
            <pc:sldMk cId="1719819471" sldId="305"/>
            <ac:spMk id="5" creationId="{39CA4B04-5564-A6B8-AF88-12FA6F4DF6CB}"/>
          </ac:spMkLst>
        </pc:spChg>
        <pc:spChg chg="mod">
          <ac:chgData name="Raymond Ocampo Salazar" userId="8c5e0022-6c32-4ab7-ab0b-1a09adf74a88" providerId="ADAL" clId="{D99F63F4-474D-4672-96DC-B82B0CD4D21A}" dt="2025-09-30T16:07:03.747" v="94" actId="1076"/>
          <ac:spMkLst>
            <pc:docMk/>
            <pc:sldMk cId="1719819471" sldId="305"/>
            <ac:spMk id="7" creationId="{7E9BD30E-ED07-C1F2-7743-734098C35D02}"/>
          </ac:spMkLst>
        </pc:spChg>
      </pc:sldChg>
      <pc:sldChg chg="del">
        <pc:chgData name="Raymond Ocampo Salazar" userId="8c5e0022-6c32-4ab7-ab0b-1a09adf74a88" providerId="ADAL" clId="{D99F63F4-474D-4672-96DC-B82B0CD4D21A}" dt="2025-09-30T16:47:03.073" v="323" actId="47"/>
        <pc:sldMkLst>
          <pc:docMk/>
          <pc:sldMk cId="916700137" sldId="309"/>
        </pc:sldMkLst>
      </pc:sldChg>
      <pc:sldChg chg="del">
        <pc:chgData name="Raymond Ocampo Salazar" userId="8c5e0022-6c32-4ab7-ab0b-1a09adf74a88" providerId="ADAL" clId="{D99F63F4-474D-4672-96DC-B82B0CD4D21A}" dt="2025-09-30T16:47:01.408" v="322" actId="47"/>
        <pc:sldMkLst>
          <pc:docMk/>
          <pc:sldMk cId="1540282456" sldId="310"/>
        </pc:sldMkLst>
      </pc:sldChg>
      <pc:sldChg chg="modSp mod">
        <pc:chgData name="Raymond Ocampo Salazar" userId="8c5e0022-6c32-4ab7-ab0b-1a09adf74a88" providerId="ADAL" clId="{D99F63F4-474D-4672-96DC-B82B0CD4D21A}" dt="2025-09-30T16:44:41.608" v="304" actId="20577"/>
        <pc:sldMkLst>
          <pc:docMk/>
          <pc:sldMk cId="733125996" sldId="314"/>
        </pc:sldMkLst>
        <pc:spChg chg="mod">
          <ac:chgData name="Raymond Ocampo Salazar" userId="8c5e0022-6c32-4ab7-ab0b-1a09adf74a88" providerId="ADAL" clId="{D99F63F4-474D-4672-96DC-B82B0CD4D21A}" dt="2025-09-30T16:44:41.608" v="304" actId="20577"/>
          <ac:spMkLst>
            <pc:docMk/>
            <pc:sldMk cId="733125996" sldId="314"/>
            <ac:spMk id="219" creationId="{50AA4EF2-60FB-D4E3-62EA-081FC0E67085}"/>
          </ac:spMkLst>
        </pc:spChg>
      </pc:sldChg>
      <pc:sldChg chg="modSp mod">
        <pc:chgData name="Raymond Ocampo Salazar" userId="8c5e0022-6c32-4ab7-ab0b-1a09adf74a88" providerId="ADAL" clId="{D99F63F4-474D-4672-96DC-B82B0CD4D21A}" dt="2025-09-30T16:14:39.622" v="213" actId="20577"/>
        <pc:sldMkLst>
          <pc:docMk/>
          <pc:sldMk cId="2556719041" sldId="315"/>
        </pc:sldMkLst>
        <pc:spChg chg="mod">
          <ac:chgData name="Raymond Ocampo Salazar" userId="8c5e0022-6c32-4ab7-ab0b-1a09adf74a88" providerId="ADAL" clId="{D99F63F4-474D-4672-96DC-B82B0CD4D21A}" dt="2025-09-30T16:14:39.622" v="213" actId="20577"/>
          <ac:spMkLst>
            <pc:docMk/>
            <pc:sldMk cId="2556719041" sldId="315"/>
            <ac:spMk id="212" creationId="{960A2805-6E99-A46C-6CAF-32A6E4B2B26F}"/>
          </ac:spMkLst>
        </pc:spChg>
        <pc:spChg chg="mod">
          <ac:chgData name="Raymond Ocampo Salazar" userId="8c5e0022-6c32-4ab7-ab0b-1a09adf74a88" providerId="ADAL" clId="{D99F63F4-474D-4672-96DC-B82B0CD4D21A}" dt="2025-09-30T16:14:30.170" v="212" actId="20577"/>
          <ac:spMkLst>
            <pc:docMk/>
            <pc:sldMk cId="2556719041" sldId="315"/>
            <ac:spMk id="213" creationId="{D0E34B9C-8A07-EF26-EEB1-DCD371AD1A91}"/>
          </ac:spMkLst>
        </pc:spChg>
      </pc:sldChg>
      <pc:sldChg chg="modSp mod">
        <pc:chgData name="Raymond Ocampo Salazar" userId="8c5e0022-6c32-4ab7-ab0b-1a09adf74a88" providerId="ADAL" clId="{D99F63F4-474D-4672-96DC-B82B0CD4D21A}" dt="2025-09-30T16:42:06.914" v="242" actId="20577"/>
        <pc:sldMkLst>
          <pc:docMk/>
          <pc:sldMk cId="3240029739" sldId="316"/>
        </pc:sldMkLst>
        <pc:spChg chg="mod">
          <ac:chgData name="Raymond Ocampo Salazar" userId="8c5e0022-6c32-4ab7-ab0b-1a09adf74a88" providerId="ADAL" clId="{D99F63F4-474D-4672-96DC-B82B0CD4D21A}" dt="2025-09-30T16:40:25.452" v="222" actId="122"/>
          <ac:spMkLst>
            <pc:docMk/>
            <pc:sldMk cId="3240029739" sldId="316"/>
            <ac:spMk id="7" creationId="{A1C37885-BA8C-826F-ABA2-0096C084B4B0}"/>
          </ac:spMkLst>
        </pc:spChg>
        <pc:spChg chg="mod">
          <ac:chgData name="Raymond Ocampo Salazar" userId="8c5e0022-6c32-4ab7-ab0b-1a09adf74a88" providerId="ADAL" clId="{D99F63F4-474D-4672-96DC-B82B0CD4D21A}" dt="2025-09-30T16:42:06.914" v="242" actId="20577"/>
          <ac:spMkLst>
            <pc:docMk/>
            <pc:sldMk cId="3240029739" sldId="316"/>
            <ac:spMk id="8" creationId="{BB46DCB4-5D20-4543-E466-30F669899AE1}"/>
          </ac:spMkLst>
        </pc:spChg>
      </pc:sldChg>
      <pc:sldChg chg="modSp mod">
        <pc:chgData name="Raymond Ocampo Salazar" userId="8c5e0022-6c32-4ab7-ab0b-1a09adf74a88" providerId="ADAL" clId="{D99F63F4-474D-4672-96DC-B82B0CD4D21A}" dt="2025-09-30T16:12:54.910" v="169" actId="20577"/>
        <pc:sldMkLst>
          <pc:docMk/>
          <pc:sldMk cId="85235244" sldId="320"/>
        </pc:sldMkLst>
        <pc:spChg chg="mod">
          <ac:chgData name="Raymond Ocampo Salazar" userId="8c5e0022-6c32-4ab7-ab0b-1a09adf74a88" providerId="ADAL" clId="{D99F63F4-474D-4672-96DC-B82B0CD4D21A}" dt="2025-09-30T16:12:54.910" v="169" actId="20577"/>
          <ac:spMkLst>
            <pc:docMk/>
            <pc:sldMk cId="85235244" sldId="320"/>
            <ac:spMk id="6" creationId="{E810504C-265B-91C7-2A65-B35EFC14845B}"/>
          </ac:spMkLst>
        </pc:spChg>
      </pc:sldChg>
      <pc:sldChg chg="modSp new mod modNotesTx">
        <pc:chgData name="Raymond Ocampo Salazar" userId="8c5e0022-6c32-4ab7-ab0b-1a09adf74a88" providerId="ADAL" clId="{D99F63F4-474D-4672-96DC-B82B0CD4D21A}" dt="2025-09-30T17:59:03.579" v="1407" actId="20577"/>
        <pc:sldMkLst>
          <pc:docMk/>
          <pc:sldMk cId="1778915762" sldId="321"/>
        </pc:sldMkLst>
        <pc:spChg chg="mod">
          <ac:chgData name="Raymond Ocampo Salazar" userId="8c5e0022-6c32-4ab7-ab0b-1a09adf74a88" providerId="ADAL" clId="{D99F63F4-474D-4672-96DC-B82B0CD4D21A}" dt="2025-09-30T16:58:50.041" v="1037" actId="20577"/>
          <ac:spMkLst>
            <pc:docMk/>
            <pc:sldMk cId="1778915762" sldId="321"/>
            <ac:spMk id="2" creationId="{3581D3E5-0758-2D7E-3571-A4AFCA52332D}"/>
          </ac:spMkLst>
        </pc:spChg>
        <pc:spChg chg="mod">
          <ac:chgData name="Raymond Ocampo Salazar" userId="8c5e0022-6c32-4ab7-ab0b-1a09adf74a88" providerId="ADAL" clId="{D99F63F4-474D-4672-96DC-B82B0CD4D21A}" dt="2025-09-30T17:18:25.003" v="1040" actId="123"/>
          <ac:spMkLst>
            <pc:docMk/>
            <pc:sldMk cId="1778915762" sldId="321"/>
            <ac:spMk id="3" creationId="{F414BC82-CCBA-E605-8E29-595CE1D2458D}"/>
          </ac:spMkLst>
        </pc:spChg>
      </pc:sldChg>
      <pc:sldChg chg="addSp delSp modSp new mod modClrScheme chgLayout">
        <pc:chgData name="Raymond Ocampo Salazar" userId="8c5e0022-6c32-4ab7-ab0b-1a09adf74a88" providerId="ADAL" clId="{D99F63F4-474D-4672-96DC-B82B0CD4D21A}" dt="2025-09-30T16:57:14.750" v="963" actId="478"/>
        <pc:sldMkLst>
          <pc:docMk/>
          <pc:sldMk cId="754631225" sldId="322"/>
        </pc:sldMkLst>
        <pc:spChg chg="del mod ord">
          <ac:chgData name="Raymond Ocampo Salazar" userId="8c5e0022-6c32-4ab7-ab0b-1a09adf74a88" providerId="ADAL" clId="{D99F63F4-474D-4672-96DC-B82B0CD4D21A}" dt="2025-09-30T16:57:07.294" v="959" actId="700"/>
          <ac:spMkLst>
            <pc:docMk/>
            <pc:sldMk cId="754631225" sldId="322"/>
            <ac:spMk id="2" creationId="{3BBA6FD3-2C5A-4B27-B1B5-1D8037CC6D02}"/>
          </ac:spMkLst>
        </pc:spChg>
        <pc:spChg chg="del mod ord">
          <ac:chgData name="Raymond Ocampo Salazar" userId="8c5e0022-6c32-4ab7-ab0b-1a09adf74a88" providerId="ADAL" clId="{D99F63F4-474D-4672-96DC-B82B0CD4D21A}" dt="2025-09-30T16:57:07.294" v="959" actId="700"/>
          <ac:spMkLst>
            <pc:docMk/>
            <pc:sldMk cId="754631225" sldId="322"/>
            <ac:spMk id="3" creationId="{D8445154-189B-7294-4D0A-5ED71B908698}"/>
          </ac:spMkLst>
        </pc:spChg>
        <pc:spChg chg="add mod ord">
          <ac:chgData name="Raymond Ocampo Salazar" userId="8c5e0022-6c32-4ab7-ab0b-1a09adf74a88" providerId="ADAL" clId="{D99F63F4-474D-4672-96DC-B82B0CD4D21A}" dt="2025-09-30T16:57:11.915" v="962"/>
          <ac:spMkLst>
            <pc:docMk/>
            <pc:sldMk cId="754631225" sldId="322"/>
            <ac:spMk id="4" creationId="{98A98B68-268A-6DBE-57F5-4F9A98D3F053}"/>
          </ac:spMkLst>
        </pc:spChg>
        <pc:spChg chg="add del mod ord">
          <ac:chgData name="Raymond Ocampo Salazar" userId="8c5e0022-6c32-4ab7-ab0b-1a09adf74a88" providerId="ADAL" clId="{D99F63F4-474D-4672-96DC-B82B0CD4D21A}" dt="2025-09-30T16:57:14.750" v="963" actId="478"/>
          <ac:spMkLst>
            <pc:docMk/>
            <pc:sldMk cId="754631225" sldId="322"/>
            <ac:spMk id="5" creationId="{8C420DC7-6D82-33A9-FA1D-EF810232F348}"/>
          </ac:spMkLst>
        </pc:spChg>
      </pc:sldChg>
      <pc:sldChg chg="modSp new mod modNotesTx">
        <pc:chgData name="Raymond Ocampo Salazar" userId="8c5e0022-6c32-4ab7-ab0b-1a09adf74a88" providerId="ADAL" clId="{D99F63F4-474D-4672-96DC-B82B0CD4D21A}" dt="2025-09-30T17:58:44.099" v="1379" actId="20577"/>
        <pc:sldMkLst>
          <pc:docMk/>
          <pc:sldMk cId="2278376578" sldId="323"/>
        </pc:sldMkLst>
        <pc:spChg chg="mod">
          <ac:chgData name="Raymond Ocampo Salazar" userId="8c5e0022-6c32-4ab7-ab0b-1a09adf74a88" providerId="ADAL" clId="{D99F63F4-474D-4672-96DC-B82B0CD4D21A}" dt="2025-09-30T17:18:31.929" v="1058" actId="20577"/>
          <ac:spMkLst>
            <pc:docMk/>
            <pc:sldMk cId="2278376578" sldId="323"/>
            <ac:spMk id="2" creationId="{ADEB9DF0-184F-0323-5CBD-406DFCBBE2A2}"/>
          </ac:spMkLst>
        </pc:spChg>
        <pc:spChg chg="mod">
          <ac:chgData name="Raymond Ocampo Salazar" userId="8c5e0022-6c32-4ab7-ab0b-1a09adf74a88" providerId="ADAL" clId="{D99F63F4-474D-4672-96DC-B82B0CD4D21A}" dt="2025-09-30T17:58:15.134" v="1345" actId="123"/>
          <ac:spMkLst>
            <pc:docMk/>
            <pc:sldMk cId="2278376578" sldId="323"/>
            <ac:spMk id="3" creationId="{297114C6-1572-85A2-0F04-2F265A49146C}"/>
          </ac:spMkLst>
        </pc:spChg>
      </pc:sldChg>
      <pc:sldChg chg="modSp new mod">
        <pc:chgData name="Raymond Ocampo Salazar" userId="8c5e0022-6c32-4ab7-ab0b-1a09adf74a88" providerId="ADAL" clId="{D99F63F4-474D-4672-96DC-B82B0CD4D21A}" dt="2025-09-30T18:03:46.450" v="1549" actId="20577"/>
        <pc:sldMkLst>
          <pc:docMk/>
          <pc:sldMk cId="2721991654" sldId="324"/>
        </pc:sldMkLst>
        <pc:spChg chg="mod">
          <ac:chgData name="Raymond Ocampo Salazar" userId="8c5e0022-6c32-4ab7-ab0b-1a09adf74a88" providerId="ADAL" clId="{D99F63F4-474D-4672-96DC-B82B0CD4D21A}" dt="2025-09-30T17:20:18.013" v="1090" actId="20577"/>
          <ac:spMkLst>
            <pc:docMk/>
            <pc:sldMk cId="2721991654" sldId="324"/>
            <ac:spMk id="2" creationId="{DF25CA1A-2361-E3FE-572E-306889482C3B}"/>
          </ac:spMkLst>
        </pc:spChg>
        <pc:spChg chg="mod">
          <ac:chgData name="Raymond Ocampo Salazar" userId="8c5e0022-6c32-4ab7-ab0b-1a09adf74a88" providerId="ADAL" clId="{D99F63F4-474D-4672-96DC-B82B0CD4D21A}" dt="2025-09-30T18:03:46.450" v="1549" actId="20577"/>
          <ac:spMkLst>
            <pc:docMk/>
            <pc:sldMk cId="2721991654" sldId="324"/>
            <ac:spMk id="3" creationId="{215B3398-A890-9D00-7B37-65FAC782C75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2F0114-0E43-4B6E-8BB2-4814EC7F9E9D}" type="datetimeFigureOut">
              <a:rPr lang="es-PE" smtClean="0"/>
              <a:t>30/09/2025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74809-BCDE-4674-8FF0-407BBC2C1B4C}" type="slidenum">
              <a:rPr lang="es-PE" smtClean="0"/>
              <a:t>‹#›</a:t>
            </a:fld>
            <a:endParaRPr lang="es-PE"/>
          </a:p>
        </p:txBody>
      </p:sp>
    </p:spTree>
    <p:extLst>
      <p:ext uri="{BB962C8B-B14F-4D97-AF65-F5344CB8AC3E}">
        <p14:creationId xmlns:p14="http://schemas.microsoft.com/office/powerpoint/2010/main" val="1561182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D2DEDF5D-CE05-37EF-612D-642C63577E2A}"/>
            </a:ext>
          </a:extLst>
        </p:cNvPr>
        <p:cNvGrpSpPr/>
        <p:nvPr/>
      </p:nvGrpSpPr>
      <p:grpSpPr>
        <a:xfrm>
          <a:off x="0" y="0"/>
          <a:ext cx="0" cy="0"/>
          <a:chOff x="0" y="0"/>
          <a:chExt cx="0" cy="0"/>
        </a:xfrm>
      </p:grpSpPr>
      <p:sp>
        <p:nvSpPr>
          <p:cNvPr id="209" name="Google Shape;209;p22:notes">
            <a:extLst>
              <a:ext uri="{FF2B5EF4-FFF2-40B4-BE49-F238E27FC236}">
                <a16:creationId xmlns:a16="http://schemas.microsoft.com/office/drawing/2014/main" id="{2D26AAE6-A1F5-8C63-E624-6998B816B4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22:notes">
            <a:extLst>
              <a:ext uri="{FF2B5EF4-FFF2-40B4-BE49-F238E27FC236}">
                <a16:creationId xmlns:a16="http://schemas.microsoft.com/office/drawing/2014/main" id="{505AD9FF-69CE-5E87-4C85-33966DF0FB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7470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10528EEB-7B22-7774-05A0-3E630F0FCBD4}"/>
            </a:ext>
          </a:extLst>
        </p:cNvPr>
        <p:cNvGrpSpPr/>
        <p:nvPr/>
      </p:nvGrpSpPr>
      <p:grpSpPr>
        <a:xfrm>
          <a:off x="0" y="0"/>
          <a:ext cx="0" cy="0"/>
          <a:chOff x="0" y="0"/>
          <a:chExt cx="0" cy="0"/>
        </a:xfrm>
      </p:grpSpPr>
      <p:sp>
        <p:nvSpPr>
          <p:cNvPr id="215" name="Google Shape;215;p23:notes">
            <a:extLst>
              <a:ext uri="{FF2B5EF4-FFF2-40B4-BE49-F238E27FC236}">
                <a16:creationId xmlns:a16="http://schemas.microsoft.com/office/drawing/2014/main" id="{E3E59B66-2300-FC44-A2B0-3B45C0CC1E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23:notes">
            <a:extLst>
              <a:ext uri="{FF2B5EF4-FFF2-40B4-BE49-F238E27FC236}">
                <a16:creationId xmlns:a16="http://schemas.microsoft.com/office/drawing/2014/main" id="{E359C107-81F9-2015-8F0A-377D121F6A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6026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4" name="Google Shape;23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Tomado de McDonald y </a:t>
            </a:r>
            <a:r>
              <a:rPr lang="es-PE" dirty="0" err="1"/>
              <a:t>Vaughn</a:t>
            </a:r>
            <a:r>
              <a:rPr lang="es-PE" dirty="0"/>
              <a:t> (2019) y modificado</a:t>
            </a:r>
          </a:p>
        </p:txBody>
      </p:sp>
      <p:sp>
        <p:nvSpPr>
          <p:cNvPr id="4" name="Marcador de número de diapositiva 3"/>
          <p:cNvSpPr>
            <a:spLocks noGrp="1"/>
          </p:cNvSpPr>
          <p:nvPr>
            <p:ph type="sldNum" sz="quarter" idx="5"/>
          </p:nvPr>
        </p:nvSpPr>
        <p:spPr/>
        <p:txBody>
          <a:bodyPr/>
          <a:lstStyle/>
          <a:p>
            <a:fld id="{D3774809-BCDE-4674-8FF0-407BBC2C1B4C}" type="slidenum">
              <a:rPr lang="es-PE" smtClean="0"/>
              <a:t>13</a:t>
            </a:fld>
            <a:endParaRPr lang="es-PE"/>
          </a:p>
        </p:txBody>
      </p:sp>
    </p:spTree>
    <p:extLst>
      <p:ext uri="{BB962C8B-B14F-4D97-AF65-F5344CB8AC3E}">
        <p14:creationId xmlns:p14="http://schemas.microsoft.com/office/powerpoint/2010/main" val="43374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Tomado de McDonald y </a:t>
            </a:r>
            <a:r>
              <a:rPr lang="es-PE" dirty="0" err="1"/>
              <a:t>Vaughn</a:t>
            </a:r>
            <a:r>
              <a:rPr lang="es-PE" dirty="0"/>
              <a:t> (2019)</a:t>
            </a:r>
          </a:p>
        </p:txBody>
      </p:sp>
      <p:sp>
        <p:nvSpPr>
          <p:cNvPr id="4" name="Marcador de número de diapositiva 3"/>
          <p:cNvSpPr>
            <a:spLocks noGrp="1"/>
          </p:cNvSpPr>
          <p:nvPr>
            <p:ph type="sldNum" sz="quarter" idx="5"/>
          </p:nvPr>
        </p:nvSpPr>
        <p:spPr/>
        <p:txBody>
          <a:bodyPr/>
          <a:lstStyle/>
          <a:p>
            <a:fld id="{D3774809-BCDE-4674-8FF0-407BBC2C1B4C}" type="slidenum">
              <a:rPr lang="es-PE" smtClean="0"/>
              <a:t>14</a:t>
            </a:fld>
            <a:endParaRPr lang="es-PE"/>
          </a:p>
        </p:txBody>
      </p:sp>
    </p:spTree>
    <p:extLst>
      <p:ext uri="{BB962C8B-B14F-4D97-AF65-F5344CB8AC3E}">
        <p14:creationId xmlns:p14="http://schemas.microsoft.com/office/powerpoint/2010/main" val="2360556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F9DDE4-7A65-647D-7949-72FE70DD25F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A4E67641-EE88-71E6-1330-AC17302688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3E9471A7-BFD9-20C5-292E-53FB825CEF7F}"/>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5" name="Marcador de pie de página 4">
            <a:extLst>
              <a:ext uri="{FF2B5EF4-FFF2-40B4-BE49-F238E27FC236}">
                <a16:creationId xmlns:a16="http://schemas.microsoft.com/office/drawing/2014/main" id="{FD05D7EC-9315-1EAC-7093-E987CBBDCE3F}"/>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06154B2-B691-DDAE-E619-A8D0EC198B3F}"/>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1937418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3654B8-E338-B5C8-25E5-8142E43FF9E5}"/>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08BDAA5A-29D4-6116-A96B-8D4AC8E1C0D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2C9CAB77-2034-640F-7B6C-8DF8F987803A}"/>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5" name="Marcador de pie de página 4">
            <a:extLst>
              <a:ext uri="{FF2B5EF4-FFF2-40B4-BE49-F238E27FC236}">
                <a16:creationId xmlns:a16="http://schemas.microsoft.com/office/drawing/2014/main" id="{B31372EE-35B6-3F7A-B99F-D35882E04515}"/>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753F700-BE15-94E1-9C88-FC5E7D43C746}"/>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2322490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488076-3239-2FF8-A42E-4FE4925909C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D8951DF1-A56B-12C8-E07F-397CC1F543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6803B2-321B-502D-26CF-B6FAA83E4296}"/>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5" name="Marcador de pie de página 4">
            <a:extLst>
              <a:ext uri="{FF2B5EF4-FFF2-40B4-BE49-F238E27FC236}">
                <a16:creationId xmlns:a16="http://schemas.microsoft.com/office/drawing/2014/main" id="{D68F8D37-5B88-5F97-7F11-65CA0FA7770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A52E4F6-5AFB-AD6B-F69C-817EE7E0C95A}"/>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2505607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71456E-7DA0-FAC2-FDD9-8A18FCF1F00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8F4791BB-D78A-C6CD-9751-A8076FB7F7F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736F03CB-919E-22A3-6B99-E6211414BBE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A1A07C51-73FC-BCC4-B35C-530BF41DCA35}"/>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6" name="Marcador de pie de página 5">
            <a:extLst>
              <a:ext uri="{FF2B5EF4-FFF2-40B4-BE49-F238E27FC236}">
                <a16:creationId xmlns:a16="http://schemas.microsoft.com/office/drawing/2014/main" id="{66F513A0-B818-6554-B78B-A29B73C34998}"/>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30D482A-C28A-1A21-C5BD-7833259B807E}"/>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72605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9E2E06-A21A-F9F6-6B92-CB69AF8A503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7AAEB7B0-7589-2DEF-CAF8-D6B211C551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12C076-79C1-7BAC-C930-B3A8C5FEB23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A6FEBF22-313C-E908-1BF6-4520C4F6C7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8B01761-4F32-9688-A8A0-1E48C2B1FF4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D36E37FC-F53B-3774-5C89-42A836C3C160}"/>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8" name="Marcador de pie de página 7">
            <a:extLst>
              <a:ext uri="{FF2B5EF4-FFF2-40B4-BE49-F238E27FC236}">
                <a16:creationId xmlns:a16="http://schemas.microsoft.com/office/drawing/2014/main" id="{62EDEB7F-4962-6382-C042-799D9B2FE357}"/>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2DCAF4A4-202D-C8E5-5E6E-EEB3FE70F34A}"/>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1411154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582C1D-0DC3-3EF6-2A81-80702D93114A}"/>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88E93849-021E-A1AD-FFDB-A1E557729335}"/>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4" name="Marcador de pie de página 3">
            <a:extLst>
              <a:ext uri="{FF2B5EF4-FFF2-40B4-BE49-F238E27FC236}">
                <a16:creationId xmlns:a16="http://schemas.microsoft.com/office/drawing/2014/main" id="{DE1B092E-9BE6-F549-5B7E-E3C52E1701A0}"/>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F3CE959A-03AC-2E8B-C11D-34500B7C0ECF}"/>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1173943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FD3877C-FBC9-1452-F66F-C6FF7E4BF127}"/>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3" name="Marcador de pie de página 2">
            <a:extLst>
              <a:ext uri="{FF2B5EF4-FFF2-40B4-BE49-F238E27FC236}">
                <a16:creationId xmlns:a16="http://schemas.microsoft.com/office/drawing/2014/main" id="{76DE6E1D-0C94-AB5C-0D4B-AD33052E39EA}"/>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944D9991-8375-0870-2DA5-416A28E3F539}"/>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1467927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FC2BA0-6960-C049-2B84-1A5B45361FE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BC64D99-FB59-ABA5-17C0-6107073611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05602FD3-FF27-5C3E-3B18-A94180CBBB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C0082D6-BDD3-7F20-9340-8DAD98D5C6DD}"/>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6" name="Marcador de pie de página 5">
            <a:extLst>
              <a:ext uri="{FF2B5EF4-FFF2-40B4-BE49-F238E27FC236}">
                <a16:creationId xmlns:a16="http://schemas.microsoft.com/office/drawing/2014/main" id="{C6A4C109-1368-9BFC-C8C6-EF729B0B62D9}"/>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35D9BA6-3EE0-2C02-44BB-85370CAA4F1E}"/>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2284849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10274-49B4-CF9A-09F9-0B47D7230E2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66D4A705-E46F-6717-61E8-037FC43DBE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79D4B943-EC09-3303-8949-9A78CF75E3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0118371-F502-8C2D-0F05-C3A74BEA44E8}"/>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6" name="Marcador de pie de página 5">
            <a:extLst>
              <a:ext uri="{FF2B5EF4-FFF2-40B4-BE49-F238E27FC236}">
                <a16:creationId xmlns:a16="http://schemas.microsoft.com/office/drawing/2014/main" id="{AD298F1E-0B3B-546A-13C2-AA0C2E20D89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30AA576-5280-8018-30A9-0663DA99AADB}"/>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2725196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BA88C-78BB-3CA8-993B-D7792A81DAFB}"/>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0A61A29-20F0-AA53-B3DF-85154167698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39CF616C-8DB6-76AF-E322-A67135AA0B08}"/>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5" name="Marcador de pie de página 4">
            <a:extLst>
              <a:ext uri="{FF2B5EF4-FFF2-40B4-BE49-F238E27FC236}">
                <a16:creationId xmlns:a16="http://schemas.microsoft.com/office/drawing/2014/main" id="{DF2258C1-E1F8-BE97-DC7E-F668C19F37F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5576853-4F60-EB31-5F3C-15009B001ECE}"/>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1083955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20FC6A3-08AD-67BD-51BF-B01CE57E732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2FCE8A06-AABF-23CD-0B1E-40F09810EFB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06E97CD2-481F-C81F-04C0-7184AAFA24EF}"/>
              </a:ext>
            </a:extLst>
          </p:cNvPr>
          <p:cNvSpPr>
            <a:spLocks noGrp="1"/>
          </p:cNvSpPr>
          <p:nvPr>
            <p:ph type="dt" sz="half" idx="10"/>
          </p:nvPr>
        </p:nvSpPr>
        <p:spPr/>
        <p:txBody>
          <a:bodyPr/>
          <a:lstStyle/>
          <a:p>
            <a:fld id="{7E6B793E-599C-47AA-A502-14331539E6CF}" type="datetimeFigureOut">
              <a:rPr lang="es-PE" smtClean="0"/>
              <a:t>30/09/2025</a:t>
            </a:fld>
            <a:endParaRPr lang="es-PE"/>
          </a:p>
        </p:txBody>
      </p:sp>
      <p:sp>
        <p:nvSpPr>
          <p:cNvPr id="5" name="Marcador de pie de página 4">
            <a:extLst>
              <a:ext uri="{FF2B5EF4-FFF2-40B4-BE49-F238E27FC236}">
                <a16:creationId xmlns:a16="http://schemas.microsoft.com/office/drawing/2014/main" id="{413E27C0-D503-7218-7A46-65CD86D7CAB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6D35D3D-FB99-DCD6-6D3F-15B0B9B4EEB9}"/>
              </a:ext>
            </a:extLst>
          </p:cNvPr>
          <p:cNvSpPr>
            <a:spLocks noGrp="1"/>
          </p:cNvSpPr>
          <p:nvPr>
            <p:ph type="sldNum" sz="quarter" idx="12"/>
          </p:nvPr>
        </p:nvSpPr>
        <p:spPr/>
        <p:txBody>
          <a:bodyPr/>
          <a:lstStyle/>
          <a:p>
            <a:fld id="{BDC3A10E-667E-4894-8051-FF34A594F60D}" type="slidenum">
              <a:rPr lang="es-PE" smtClean="0"/>
              <a:t>‹#›</a:t>
            </a:fld>
            <a:endParaRPr lang="es-PE"/>
          </a:p>
        </p:txBody>
      </p:sp>
    </p:spTree>
    <p:extLst>
      <p:ext uri="{BB962C8B-B14F-4D97-AF65-F5344CB8AC3E}">
        <p14:creationId xmlns:p14="http://schemas.microsoft.com/office/powerpoint/2010/main" val="324322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FD2F82D-8A4B-F021-3DCE-133C13721D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7CB5B8C-8C61-DC54-C0E0-35032726B3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13CA1E1A-86D6-78B3-F3B3-5653F54E07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6B793E-599C-47AA-A502-14331539E6CF}" type="datetimeFigureOut">
              <a:rPr lang="es-PE" smtClean="0"/>
              <a:t>30/09/2025</a:t>
            </a:fld>
            <a:endParaRPr lang="es-PE"/>
          </a:p>
        </p:txBody>
      </p:sp>
      <p:sp>
        <p:nvSpPr>
          <p:cNvPr id="5" name="Marcador de pie de página 4">
            <a:extLst>
              <a:ext uri="{FF2B5EF4-FFF2-40B4-BE49-F238E27FC236}">
                <a16:creationId xmlns:a16="http://schemas.microsoft.com/office/drawing/2014/main" id="{999A0698-4ED4-2931-5356-E6DC1218DD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B720FE03-6B43-F44E-8E3D-D5773BE3CF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C3A10E-667E-4894-8051-FF34A594F60D}" type="slidenum">
              <a:rPr lang="es-PE" smtClean="0"/>
              <a:t>‹#›</a:t>
            </a:fld>
            <a:endParaRPr lang="es-PE"/>
          </a:p>
        </p:txBody>
      </p:sp>
    </p:spTree>
    <p:extLst>
      <p:ext uri="{BB962C8B-B14F-4D97-AF65-F5344CB8AC3E}">
        <p14:creationId xmlns:p14="http://schemas.microsoft.com/office/powerpoint/2010/main" val="662281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39CA4B04-5564-A6B8-AF88-12FA6F4DF6CB}"/>
              </a:ext>
            </a:extLst>
          </p:cNvPr>
          <p:cNvSpPr>
            <a:spLocks noGrp="1"/>
          </p:cNvSpPr>
          <p:nvPr>
            <p:ph type="ctrTitle"/>
          </p:nvPr>
        </p:nvSpPr>
        <p:spPr>
          <a:xfrm>
            <a:off x="468630" y="201791"/>
            <a:ext cx="4135015" cy="2209130"/>
          </a:xfrm>
        </p:spPr>
        <p:txBody>
          <a:bodyPr anchor="b">
            <a:normAutofit/>
          </a:bodyPr>
          <a:lstStyle/>
          <a:p>
            <a:pPr algn="l"/>
            <a:r>
              <a:rPr lang="es-PE" sz="4300" dirty="0"/>
              <a:t>Inferencia a la mejor explicación</a:t>
            </a:r>
          </a:p>
        </p:txBody>
      </p:sp>
      <p:sp>
        <p:nvSpPr>
          <p:cNvPr id="7" name="Subtítulo 6">
            <a:extLst>
              <a:ext uri="{FF2B5EF4-FFF2-40B4-BE49-F238E27FC236}">
                <a16:creationId xmlns:a16="http://schemas.microsoft.com/office/drawing/2014/main" id="{7E9BD30E-ED07-C1F2-7743-734098C35D02}"/>
              </a:ext>
            </a:extLst>
          </p:cNvPr>
          <p:cNvSpPr>
            <a:spLocks noGrp="1"/>
          </p:cNvSpPr>
          <p:nvPr>
            <p:ph type="subTitle" idx="1"/>
          </p:nvPr>
        </p:nvSpPr>
        <p:spPr>
          <a:xfrm>
            <a:off x="638597" y="3179160"/>
            <a:ext cx="4562053" cy="1267920"/>
          </a:xfrm>
        </p:spPr>
        <p:txBody>
          <a:bodyPr>
            <a:normAutofit/>
          </a:bodyPr>
          <a:lstStyle/>
          <a:p>
            <a:pPr indent="25400" algn="l"/>
            <a:r>
              <a:rPr lang="es-PE" sz="2500" dirty="0"/>
              <a:t>Razonamiento para establecer causalidad en escenarios sin información completa </a:t>
            </a:r>
          </a:p>
        </p:txBody>
      </p:sp>
      <p:pic>
        <p:nvPicPr>
          <p:cNvPr id="9" name="Imagen 8" descr="Hombre con barba y bigote&#10;&#10;Descripción generada automáticamente con confianza media">
            <a:extLst>
              <a:ext uri="{FF2B5EF4-FFF2-40B4-BE49-F238E27FC236}">
                <a16:creationId xmlns:a16="http://schemas.microsoft.com/office/drawing/2014/main" id="{3E353871-7A57-6632-EF61-41DB65B7B4F6}"/>
              </a:ext>
            </a:extLst>
          </p:cNvPr>
          <p:cNvPicPr>
            <a:picLocks noChangeAspect="1"/>
          </p:cNvPicPr>
          <p:nvPr/>
        </p:nvPicPr>
        <p:blipFill>
          <a:blip r:embed="rId2"/>
          <a:srcRect r="-2" b="965"/>
          <a:stretch/>
        </p:blipFill>
        <p:spPr>
          <a:xfrm>
            <a:off x="5507777"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2" name="CuadroTexto 1">
            <a:extLst>
              <a:ext uri="{FF2B5EF4-FFF2-40B4-BE49-F238E27FC236}">
                <a16:creationId xmlns:a16="http://schemas.microsoft.com/office/drawing/2014/main" id="{F123E379-A78F-DAD4-3FA1-932CD0ADC0CA}"/>
              </a:ext>
            </a:extLst>
          </p:cNvPr>
          <p:cNvSpPr txBox="1"/>
          <p:nvPr/>
        </p:nvSpPr>
        <p:spPr>
          <a:xfrm>
            <a:off x="822960" y="5215319"/>
            <a:ext cx="2457450" cy="523220"/>
          </a:xfrm>
          <a:prstGeom prst="rect">
            <a:avLst/>
          </a:prstGeom>
          <a:noFill/>
        </p:spPr>
        <p:txBody>
          <a:bodyPr wrap="square" rtlCol="0">
            <a:spAutoFit/>
          </a:bodyPr>
          <a:lstStyle/>
          <a:p>
            <a:r>
              <a:rPr lang="es-PE" sz="2800" dirty="0"/>
              <a:t>C. S. Pierce</a:t>
            </a:r>
          </a:p>
        </p:txBody>
      </p:sp>
    </p:spTree>
    <p:extLst>
      <p:ext uri="{BB962C8B-B14F-4D97-AF65-F5344CB8AC3E}">
        <p14:creationId xmlns:p14="http://schemas.microsoft.com/office/powerpoint/2010/main" val="171981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4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0E16-0F06-93A5-B431-6C942FAA8625}"/>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6D54EB9B-34EE-7F20-B709-198C947F9496}"/>
              </a:ext>
            </a:extLst>
          </p:cNvPr>
          <p:cNvSpPr>
            <a:spLocks noGrp="1"/>
          </p:cNvSpPr>
          <p:nvPr>
            <p:ph type="title"/>
          </p:nvPr>
        </p:nvSpPr>
        <p:spPr/>
        <p:txBody>
          <a:bodyPr>
            <a:normAutofit/>
          </a:bodyPr>
          <a:lstStyle/>
          <a:p>
            <a:r>
              <a:rPr lang="es-PE" dirty="0"/>
              <a:t>Esquema del argumento causal tipo B</a:t>
            </a:r>
          </a:p>
        </p:txBody>
      </p:sp>
      <mc:AlternateContent xmlns:mc="http://schemas.openxmlformats.org/markup-compatibility/2006" xmlns:a14="http://schemas.microsoft.com/office/drawing/2010/main">
        <mc:Choice Requires="a14">
          <p:sp>
            <p:nvSpPr>
              <p:cNvPr id="6" name="Marcador de texto 5">
                <a:extLst>
                  <a:ext uri="{FF2B5EF4-FFF2-40B4-BE49-F238E27FC236}">
                    <a16:creationId xmlns:a16="http://schemas.microsoft.com/office/drawing/2014/main" id="{E810504C-265B-91C7-2A65-B35EFC14845B}"/>
                  </a:ext>
                </a:extLst>
              </p:cNvPr>
              <p:cNvSpPr>
                <a:spLocks noGrp="1"/>
              </p:cNvSpPr>
              <p:nvPr>
                <p:ph type="body" idx="1"/>
              </p:nvPr>
            </p:nvSpPr>
            <p:spPr>
              <a:xfrm>
                <a:off x="1489710" y="2296795"/>
                <a:ext cx="8961120" cy="3646805"/>
              </a:xfrm>
            </p:spPr>
            <p:txBody>
              <a:bodyPr>
                <a:normAutofit/>
              </a:bodyPr>
              <a:lstStyle/>
              <a:p>
                <a:pPr marL="628650" indent="-514350">
                  <a:buAutoNum type="arabicPeriod"/>
                </a:pPr>
                <a:r>
                  <a:rPr lang="es-PE" dirty="0"/>
                  <a:t>Los eventos </a:t>
                </a:r>
                <a14:m>
                  <m:oMath xmlns:m="http://schemas.openxmlformats.org/officeDocument/2006/math">
                    <m:r>
                      <a:rPr lang="es-PE" i="1" dirty="0">
                        <a:latin typeface="Cambria Math" panose="02040503050406030204" pitchFamily="18" charset="0"/>
                      </a:rPr>
                      <m:t>𝐶</m:t>
                    </m:r>
                    <m:r>
                      <a:rPr lang="es-PE" i="1" dirty="0">
                        <a:latin typeface="Cambria Math" panose="02040503050406030204" pitchFamily="18" charset="0"/>
                      </a:rPr>
                      <m:t>1,…</m:t>
                    </m:r>
                    <m:r>
                      <a:rPr lang="es-PE" i="1" dirty="0">
                        <a:latin typeface="Cambria Math" panose="02040503050406030204" pitchFamily="18" charset="0"/>
                      </a:rPr>
                      <m:t>𝑦</m:t>
                    </m:r>
                    <m:r>
                      <a:rPr lang="es-PE" i="1" dirty="0">
                        <a:latin typeface="Cambria Math" panose="02040503050406030204" pitchFamily="18" charset="0"/>
                      </a:rPr>
                      <m:t> </m:t>
                    </m:r>
                    <m:r>
                      <a:rPr lang="es-PE" i="1" dirty="0" err="1">
                        <a:latin typeface="Cambria Math" panose="02040503050406030204" pitchFamily="18" charset="0"/>
                      </a:rPr>
                      <m:t>𝐶𝑘</m:t>
                    </m:r>
                  </m:oMath>
                </a14:m>
                <a:r>
                  <a:rPr lang="es-PE" dirty="0"/>
                  <a:t> pueden explicar la ocurrencia del evento </a:t>
                </a:r>
                <a14:m>
                  <m:oMath xmlns:m="http://schemas.openxmlformats.org/officeDocument/2006/math">
                    <m:r>
                      <a:rPr lang="es-PE" i="1" dirty="0">
                        <a:latin typeface="Cambria Math" panose="02040503050406030204" pitchFamily="18" charset="0"/>
                      </a:rPr>
                      <m:t>𝐸</m:t>
                    </m:r>
                  </m:oMath>
                </a14:m>
                <a:r>
                  <a:rPr lang="es-PE" dirty="0"/>
                  <a:t>.</a:t>
                </a:r>
              </a:p>
              <a:p>
                <a:pPr marL="628650" indent="-514350">
                  <a:buAutoNum type="arabicPeriod"/>
                </a:pPr>
                <a:endParaRPr lang="es-PE" dirty="0"/>
              </a:p>
              <a:p>
                <a:pPr marL="628650" indent="-514350">
                  <a:buAutoNum type="arabicPeriod"/>
                </a:pPr>
                <a14:m>
                  <m:oMath xmlns:m="http://schemas.openxmlformats.org/officeDocument/2006/math">
                    <m:r>
                      <a:rPr lang="es-PE" i="1" dirty="0">
                        <a:latin typeface="Cambria Math" panose="02040503050406030204" pitchFamily="18" charset="0"/>
                      </a:rPr>
                      <m:t>𝐶</m:t>
                    </m:r>
                    <m:r>
                      <a:rPr lang="es-PE" b="0" i="1" dirty="0" smtClean="0">
                        <a:latin typeface="Cambria Math" panose="02040503050406030204" pitchFamily="18" charset="0"/>
                      </a:rPr>
                      <m:t>𝑗</m:t>
                    </m:r>
                  </m:oMath>
                </a14:m>
                <a:r>
                  <a:rPr lang="es-PE" dirty="0"/>
                  <a:t> es la mejor explicación para E en este contexto.</a:t>
                </a:r>
              </a:p>
              <a:p>
                <a:pPr marL="628650" indent="-514350">
                  <a:buAutoNum type="arabicPeriod"/>
                </a:pPr>
                <a:endParaRPr lang="es-PE" dirty="0"/>
              </a:p>
              <a:p>
                <a:pPr marL="114300" indent="0">
                  <a:buNone/>
                </a:pPr>
                <a:r>
                  <a:rPr lang="es-PE" dirty="0"/>
                  <a:t>C.   </a:t>
                </a:r>
                <a14:m>
                  <m:oMath xmlns:m="http://schemas.openxmlformats.org/officeDocument/2006/math">
                    <m:r>
                      <a:rPr lang="es-PE" i="1" dirty="0">
                        <a:latin typeface="Cambria Math" panose="02040503050406030204" pitchFamily="18" charset="0"/>
                      </a:rPr>
                      <m:t>𝐶𝑗</m:t>
                    </m:r>
                  </m:oMath>
                </a14:m>
                <a:r>
                  <a:rPr lang="es-PE" dirty="0"/>
                  <a:t>es la causa de </a:t>
                </a:r>
                <a14:m>
                  <m:oMath xmlns:m="http://schemas.openxmlformats.org/officeDocument/2006/math">
                    <m:r>
                      <a:rPr lang="es-PE" i="1" dirty="0">
                        <a:latin typeface="Cambria Math" panose="02040503050406030204" pitchFamily="18" charset="0"/>
                      </a:rPr>
                      <m:t>𝐸</m:t>
                    </m:r>
                  </m:oMath>
                </a14:m>
                <a:endParaRPr lang="es-PE" dirty="0"/>
              </a:p>
            </p:txBody>
          </p:sp>
        </mc:Choice>
        <mc:Fallback xmlns="">
          <p:sp>
            <p:nvSpPr>
              <p:cNvPr id="6" name="Marcador de texto 5">
                <a:extLst>
                  <a:ext uri="{FF2B5EF4-FFF2-40B4-BE49-F238E27FC236}">
                    <a16:creationId xmlns:a16="http://schemas.microsoft.com/office/drawing/2014/main" id="{E810504C-265B-91C7-2A65-B35EFC14845B}"/>
                  </a:ext>
                </a:extLst>
              </p:cNvPr>
              <p:cNvSpPr>
                <a:spLocks noGrp="1" noRot="1" noChangeAspect="1" noMove="1" noResize="1" noEditPoints="1" noAdjustHandles="1" noChangeArrowheads="1" noChangeShapeType="1" noTextEdit="1"/>
              </p:cNvSpPr>
              <p:nvPr>
                <p:ph type="body" idx="1"/>
              </p:nvPr>
            </p:nvSpPr>
            <p:spPr>
              <a:xfrm>
                <a:off x="1489710" y="2296795"/>
                <a:ext cx="8961120" cy="3646805"/>
              </a:xfrm>
              <a:blipFill>
                <a:blip r:embed="rId2"/>
                <a:stretch>
                  <a:fillRect l="-68" t="-3010" r="-1497"/>
                </a:stretch>
              </a:blipFill>
            </p:spPr>
            <p:txBody>
              <a:bodyPr/>
              <a:lstStyle/>
              <a:p>
                <a:r>
                  <a:rPr lang="es-PE">
                    <a:noFill/>
                  </a:rPr>
                  <a:t> </a:t>
                </a:r>
              </a:p>
            </p:txBody>
          </p:sp>
        </mc:Fallback>
      </mc:AlternateContent>
    </p:spTree>
    <p:extLst>
      <p:ext uri="{BB962C8B-B14F-4D97-AF65-F5344CB8AC3E}">
        <p14:creationId xmlns:p14="http://schemas.microsoft.com/office/powerpoint/2010/main" val="85235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FA0AF007-7B2D-DEDE-260C-FF22933D8B59}"/>
            </a:ext>
          </a:extLst>
        </p:cNvPr>
        <p:cNvGrpSpPr/>
        <p:nvPr/>
      </p:nvGrpSpPr>
      <p:grpSpPr>
        <a:xfrm>
          <a:off x="0" y="0"/>
          <a:ext cx="0" cy="0"/>
          <a:chOff x="0" y="0"/>
          <a:chExt cx="0" cy="0"/>
        </a:xfrm>
      </p:grpSpPr>
      <p:sp>
        <p:nvSpPr>
          <p:cNvPr id="212" name="Google Shape;212;p22">
            <a:extLst>
              <a:ext uri="{FF2B5EF4-FFF2-40B4-BE49-F238E27FC236}">
                <a16:creationId xmlns:a16="http://schemas.microsoft.com/office/drawing/2014/main" id="{960A2805-6E99-A46C-6CAF-32A6E4B2B26F}"/>
              </a:ext>
            </a:extLst>
          </p:cNvPr>
          <p:cNvSpPr txBox="1">
            <a:spLocks noGrp="1"/>
          </p:cNvSpPr>
          <p:nvPr>
            <p:ph type="title"/>
          </p:nvPr>
        </p:nvSpPr>
        <p:spPr>
          <a:xfrm>
            <a:off x="1089660" y="480060"/>
            <a:ext cx="10134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s-PE" noProof="0" dirty="0"/>
              <a:t>¿Qué condiciones debe cumplir </a:t>
            </a:r>
            <a:r>
              <a:rPr lang="es-PE" i="1" dirty="0" err="1"/>
              <a:t>Cj</a:t>
            </a:r>
            <a:r>
              <a:rPr lang="es-PE" noProof="0" dirty="0"/>
              <a:t>?</a:t>
            </a:r>
          </a:p>
        </p:txBody>
      </p:sp>
      <p:sp>
        <p:nvSpPr>
          <p:cNvPr id="213" name="Google Shape;213;p22">
            <a:extLst>
              <a:ext uri="{FF2B5EF4-FFF2-40B4-BE49-F238E27FC236}">
                <a16:creationId xmlns:a16="http://schemas.microsoft.com/office/drawing/2014/main" id="{D0E34B9C-8A07-EF26-EEB1-DCD371AD1A91}"/>
              </a:ext>
            </a:extLst>
          </p:cNvPr>
          <p:cNvSpPr txBox="1">
            <a:spLocks noGrp="1"/>
          </p:cNvSpPr>
          <p:nvPr>
            <p:ph type="body" idx="1"/>
          </p:nvPr>
        </p:nvSpPr>
        <p:spPr>
          <a:xfrm>
            <a:off x="845820" y="1623060"/>
            <a:ext cx="10378440" cy="4992667"/>
          </a:xfrm>
          <a:prstGeom prst="rect">
            <a:avLst/>
          </a:prstGeom>
          <a:noFill/>
          <a:ln>
            <a:noFill/>
          </a:ln>
        </p:spPr>
        <p:txBody>
          <a:bodyPr spcFirstLastPara="1" vert="horz" wrap="square" lIns="91425" tIns="45700" rIns="91425" bIns="45700" rtlCol="0" anchor="t" anchorCtr="0">
            <a:normAutofit/>
          </a:bodyPr>
          <a:lstStyle/>
          <a:p>
            <a:pPr marL="0" indent="0">
              <a:spcBef>
                <a:spcPts val="544"/>
              </a:spcBef>
              <a:buClr>
                <a:schemeClr val="dk1"/>
              </a:buClr>
              <a:buSzPct val="100000"/>
              <a:buNone/>
            </a:pPr>
            <a:endParaRPr lang="es-PE" b="1" i="1" noProof="0" dirty="0"/>
          </a:p>
          <a:p>
            <a:pPr marL="514350" indent="-514350" algn="just">
              <a:spcBef>
                <a:spcPts val="544"/>
              </a:spcBef>
              <a:buClr>
                <a:schemeClr val="dk1"/>
              </a:buClr>
              <a:buSzPct val="100000"/>
              <a:buAutoNum type="alphaUcPeriod"/>
            </a:pPr>
            <a:r>
              <a:rPr lang="es-PE" b="1" noProof="0" dirty="0"/>
              <a:t>Plausibilidad: </a:t>
            </a:r>
            <a:r>
              <a:rPr lang="es-PE" i="1" noProof="0" dirty="0"/>
              <a:t>C </a:t>
            </a:r>
            <a:r>
              <a:rPr lang="es-PE" noProof="0" dirty="0"/>
              <a:t>debe ser adecuado y probable, de acuerdo al contexto empírico sobre el cual se está hablando y a la teoría conocida al respecto – de otra forma sería solo una hipótesis </a:t>
            </a:r>
            <a:r>
              <a:rPr lang="es-PE" i="1" noProof="0" dirty="0"/>
              <a:t>ad hoc.</a:t>
            </a:r>
            <a:r>
              <a:rPr lang="es-PE" noProof="0" dirty="0"/>
              <a:t> </a:t>
            </a:r>
            <a:r>
              <a:rPr lang="es-PE" b="1" noProof="0" dirty="0"/>
              <a:t> </a:t>
            </a:r>
          </a:p>
          <a:p>
            <a:pPr marL="0" indent="0" algn="just">
              <a:spcBef>
                <a:spcPts val="544"/>
              </a:spcBef>
              <a:buClr>
                <a:schemeClr val="dk1"/>
              </a:buClr>
              <a:buSzPct val="100000"/>
              <a:buNone/>
            </a:pPr>
            <a:endParaRPr lang="es-PE" b="1" dirty="0"/>
          </a:p>
          <a:p>
            <a:pPr marL="457200" lvl="1" indent="0" algn="just">
              <a:spcBef>
                <a:spcPts val="544"/>
              </a:spcBef>
              <a:buClr>
                <a:schemeClr val="dk1"/>
              </a:buClr>
              <a:buSzPct val="100000"/>
              <a:buNone/>
            </a:pPr>
            <a:r>
              <a:rPr lang="es-PE" b="1" noProof="0" dirty="0"/>
              <a:t>Ejemplo</a:t>
            </a:r>
          </a:p>
          <a:p>
            <a:pPr marL="457200" lvl="1" indent="0" algn="just">
              <a:spcBef>
                <a:spcPts val="544"/>
              </a:spcBef>
              <a:buClr>
                <a:schemeClr val="dk1"/>
              </a:buClr>
              <a:buSzPct val="100000"/>
              <a:buNone/>
            </a:pPr>
            <a:r>
              <a:rPr lang="es-PE" dirty="0"/>
              <a:t>Decir que una ventana se abrió (E) porque un espíritu la empujó (C1) no se adecúa a la experiencia que tenemos del mundo ni a las leyes de la física. En comparación con ello, apelar que el viento corría y a el pestillo pudo no haber estado ajustado (C2) es plausible.</a:t>
            </a:r>
            <a:endParaRPr lang="es-PE" noProof="0" dirty="0"/>
          </a:p>
        </p:txBody>
      </p:sp>
    </p:spTree>
    <p:extLst>
      <p:ext uri="{BB962C8B-B14F-4D97-AF65-F5344CB8AC3E}">
        <p14:creationId xmlns:p14="http://schemas.microsoft.com/office/powerpoint/2010/main" val="255671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2"/>
          <p:cNvSpPr txBox="1">
            <a:spLocks noGrp="1"/>
          </p:cNvSpPr>
          <p:nvPr>
            <p:ph type="title"/>
          </p:nvPr>
        </p:nvSpPr>
        <p:spPr>
          <a:xfrm>
            <a:off x="1981200" y="457200"/>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s-PE" noProof="0" dirty="0"/>
              <a:t>¿Qué condiciones debe cumplir </a:t>
            </a:r>
            <a:r>
              <a:rPr lang="es-PE" i="1" noProof="0" dirty="0" err="1"/>
              <a:t>Cj</a:t>
            </a:r>
            <a:r>
              <a:rPr lang="es-PE" noProof="0" dirty="0"/>
              <a:t>?</a:t>
            </a:r>
          </a:p>
        </p:txBody>
      </p:sp>
      <p:sp>
        <p:nvSpPr>
          <p:cNvPr id="213" name="Google Shape;213;p22"/>
          <p:cNvSpPr txBox="1">
            <a:spLocks noGrp="1"/>
          </p:cNvSpPr>
          <p:nvPr>
            <p:ph type="body" idx="1"/>
          </p:nvPr>
        </p:nvSpPr>
        <p:spPr>
          <a:xfrm>
            <a:off x="718185" y="2093933"/>
            <a:ext cx="10755630" cy="4764067"/>
          </a:xfrm>
          <a:prstGeom prst="rect">
            <a:avLst/>
          </a:prstGeom>
          <a:noFill/>
          <a:ln>
            <a:noFill/>
          </a:ln>
        </p:spPr>
        <p:txBody>
          <a:bodyPr spcFirstLastPara="1" vert="horz" wrap="square" lIns="91425" tIns="45700" rIns="91425" bIns="45700" rtlCol="0" anchor="t" anchorCtr="0">
            <a:normAutofit/>
          </a:bodyPr>
          <a:lstStyle/>
          <a:p>
            <a:pPr marL="514350" indent="-514350" algn="just">
              <a:spcBef>
                <a:spcPts val="544"/>
              </a:spcBef>
              <a:buClr>
                <a:schemeClr val="dk1"/>
              </a:buClr>
              <a:buSzPct val="100000"/>
              <a:buAutoNum type="alphaUcPeriod" startAt="2"/>
            </a:pPr>
            <a:r>
              <a:rPr lang="es-PE" b="1" noProof="0" dirty="0"/>
              <a:t>Falibilidad: </a:t>
            </a:r>
            <a:r>
              <a:rPr lang="es-PE" noProof="0" dirty="0"/>
              <a:t>debe ser posible encontrar evidencia que rechazaría a </a:t>
            </a:r>
            <a:r>
              <a:rPr lang="es-PE" i="1" noProof="0" dirty="0"/>
              <a:t>C </a:t>
            </a:r>
            <a:r>
              <a:rPr lang="es-PE" noProof="0" dirty="0"/>
              <a:t>como factor causal para el evento </a:t>
            </a:r>
            <a:r>
              <a:rPr lang="es-PE" i="1" noProof="0" dirty="0"/>
              <a:t>E – </a:t>
            </a:r>
            <a:r>
              <a:rPr lang="es-PE" noProof="0" dirty="0"/>
              <a:t>de otra forma se tendría una hipótesis irrefutable y sería imposible investigar si </a:t>
            </a:r>
            <a:r>
              <a:rPr lang="es-PE" i="1" noProof="0" dirty="0"/>
              <a:t>C </a:t>
            </a:r>
            <a:r>
              <a:rPr lang="es-PE" noProof="0" dirty="0"/>
              <a:t>es un factor causal para </a:t>
            </a:r>
            <a:r>
              <a:rPr lang="es-PE" i="1" noProof="0" dirty="0"/>
              <a:t>E.</a:t>
            </a:r>
          </a:p>
          <a:p>
            <a:pPr marL="0" indent="0" algn="just">
              <a:spcBef>
                <a:spcPts val="544"/>
              </a:spcBef>
              <a:buClr>
                <a:schemeClr val="dk1"/>
              </a:buClr>
              <a:buSzPct val="100000"/>
              <a:buNone/>
            </a:pPr>
            <a:endParaRPr lang="es-PE" b="1" noProof="0" dirty="0"/>
          </a:p>
          <a:p>
            <a:pPr marL="457200" lvl="1" indent="0" algn="just">
              <a:spcBef>
                <a:spcPts val="544"/>
              </a:spcBef>
              <a:buClr>
                <a:schemeClr val="dk1"/>
              </a:buClr>
              <a:buSzPct val="100000"/>
              <a:buNone/>
            </a:pPr>
            <a:r>
              <a:rPr lang="es-PE" b="1" dirty="0"/>
              <a:t>Ejemplo</a:t>
            </a:r>
          </a:p>
          <a:p>
            <a:pPr marL="457200" lvl="1" indent="0" algn="just">
              <a:spcBef>
                <a:spcPts val="544"/>
              </a:spcBef>
              <a:buClr>
                <a:schemeClr val="dk1"/>
              </a:buClr>
              <a:buSzPct val="100000"/>
              <a:buNone/>
            </a:pPr>
            <a:r>
              <a:rPr lang="es-PE" noProof="0" dirty="0"/>
              <a:t>No es </a:t>
            </a:r>
            <a:r>
              <a:rPr lang="es-PE" dirty="0"/>
              <a:t>aceptable explicar la ausencia de pruebas de la existencia de los reptilianos (E) apelando a que son indistinguibles de </a:t>
            </a:r>
            <a:r>
              <a:rPr lang="es-PE" noProof="0" dirty="0"/>
              <a:t>nosotros bajo toda apariencia (C1): impide presentar evidencias que falseen la supuesta causa. En comparación con ello, apelar a la no existencia de los reptilianos (C2) parece apropiado: esto podría ser falseado por un defensor de dicha teoría de la conspiración.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ítulo 6">
                <a:extLst>
                  <a:ext uri="{FF2B5EF4-FFF2-40B4-BE49-F238E27FC236}">
                    <a16:creationId xmlns:a16="http://schemas.microsoft.com/office/drawing/2014/main" id="{A1C37885-BA8C-826F-ABA2-0096C084B4B0}"/>
                  </a:ext>
                </a:extLst>
              </p:cNvPr>
              <p:cNvSpPr>
                <a:spLocks noGrp="1"/>
              </p:cNvSpPr>
              <p:nvPr>
                <p:ph type="title"/>
              </p:nvPr>
            </p:nvSpPr>
            <p:spPr/>
            <p:txBody>
              <a:bodyPr>
                <a:normAutofit/>
              </a:bodyPr>
              <a:lstStyle/>
              <a:p>
                <a:pPr algn="ctr"/>
                <a:r>
                  <a:rPr lang="es-PE" dirty="0"/>
                  <a:t>¿Cómo elegir el mejor </a:t>
                </a:r>
                <a14:m>
                  <m:oMath xmlns:m="http://schemas.openxmlformats.org/officeDocument/2006/math">
                    <m:r>
                      <a:rPr lang="es-PE" i="1" dirty="0">
                        <a:latin typeface="Cambria Math" panose="02040503050406030204" pitchFamily="18" charset="0"/>
                      </a:rPr>
                      <m:t>𝐶𝑗</m:t>
                    </m:r>
                  </m:oMath>
                </a14:m>
                <a:r>
                  <a:rPr lang="es-PE" dirty="0"/>
                  <a:t>?</a:t>
                </a:r>
              </a:p>
            </p:txBody>
          </p:sp>
        </mc:Choice>
        <mc:Fallback xmlns="">
          <p:sp>
            <p:nvSpPr>
              <p:cNvPr id="7" name="Título 6">
                <a:extLst>
                  <a:ext uri="{FF2B5EF4-FFF2-40B4-BE49-F238E27FC236}">
                    <a16:creationId xmlns:a16="http://schemas.microsoft.com/office/drawing/2014/main" id="{A1C37885-BA8C-826F-ABA2-0096C084B4B0}"/>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8" name="Marcador de texto 7">
                <a:extLst>
                  <a:ext uri="{FF2B5EF4-FFF2-40B4-BE49-F238E27FC236}">
                    <a16:creationId xmlns:a16="http://schemas.microsoft.com/office/drawing/2014/main" id="{BB46DCB4-5D20-4543-E466-30F669899AE1}"/>
                  </a:ext>
                </a:extLst>
              </p:cNvPr>
              <p:cNvSpPr>
                <a:spLocks noGrp="1"/>
              </p:cNvSpPr>
              <p:nvPr>
                <p:ph type="body" idx="1"/>
              </p:nvPr>
            </p:nvSpPr>
            <p:spPr>
              <a:xfrm>
                <a:off x="1051560" y="1690688"/>
                <a:ext cx="10302240" cy="4875551"/>
              </a:xfrm>
            </p:spPr>
            <p:txBody>
              <a:bodyPr>
                <a:normAutofit fontScale="92500"/>
              </a:bodyPr>
              <a:lstStyle/>
              <a:p>
                <a:pPr marL="0" lvl="1" indent="-164465">
                  <a:spcBef>
                    <a:spcPts val="518"/>
                  </a:spcBef>
                  <a:buSzPct val="100000"/>
                  <a:buFont typeface="Noto Sans Symbols"/>
                  <a:buChar char="◆"/>
                </a:pPr>
                <a:r>
                  <a:rPr lang="es-PE" sz="3200" b="1" i="1" dirty="0"/>
                  <a:t> C </a:t>
                </a:r>
                <a:r>
                  <a:rPr lang="es-PE" sz="3200" b="1" dirty="0"/>
                  <a:t>tiene más plausibilidad que los factores alternativos para la ocurrencia de </a:t>
                </a:r>
                <a:r>
                  <a:rPr lang="es-PE" sz="3200" b="1" i="1" dirty="0"/>
                  <a:t>E</a:t>
                </a:r>
                <a:r>
                  <a:rPr lang="es-PE" sz="3200" i="1" dirty="0"/>
                  <a:t>.</a:t>
                </a:r>
              </a:p>
              <a:p>
                <a:pPr marL="0" lvl="1" indent="0">
                  <a:spcBef>
                    <a:spcPts val="518"/>
                  </a:spcBef>
                  <a:buSzPct val="100000"/>
                  <a:buNone/>
                </a:pPr>
                <a:r>
                  <a:rPr lang="es-PE" sz="3200" dirty="0"/>
                  <a:t>La ocurrencia de </a:t>
                </a:r>
                <a14:m>
                  <m:oMath xmlns:m="http://schemas.openxmlformats.org/officeDocument/2006/math">
                    <m:r>
                      <a:rPr lang="es-PE" sz="3200" i="1" dirty="0">
                        <a:latin typeface="Cambria Math" panose="02040503050406030204" pitchFamily="18" charset="0"/>
                      </a:rPr>
                      <m:t>𝐶𝑗</m:t>
                    </m:r>
                  </m:oMath>
                </a14:m>
                <a:r>
                  <a:rPr lang="es-PE" sz="3200" dirty="0"/>
                  <a:t> se adecúa mejor al contexto de información relevante para entender la ocurrencia de </a:t>
                </a:r>
                <a:r>
                  <a:rPr lang="es-PE" sz="3200" i="1" dirty="0"/>
                  <a:t>E.</a:t>
                </a:r>
              </a:p>
              <a:p>
                <a:pPr marL="0" lvl="1" indent="0">
                  <a:spcBef>
                    <a:spcPts val="518"/>
                  </a:spcBef>
                  <a:buSzPct val="100000"/>
                  <a:buNone/>
                </a:pPr>
                <a:endParaRPr lang="es-PE" sz="3200" i="1" dirty="0"/>
              </a:p>
              <a:p>
                <a:pPr marL="0" lvl="1" indent="0">
                  <a:spcBef>
                    <a:spcPts val="518"/>
                  </a:spcBef>
                  <a:buSzPct val="100000"/>
                  <a:buNone/>
                </a:pPr>
                <a:r>
                  <a:rPr lang="es-PE" sz="3200" b="1" dirty="0"/>
                  <a:t>Ejemplo</a:t>
                </a:r>
              </a:p>
              <a:p>
                <a:pPr marL="0" lvl="1" indent="0" algn="just">
                  <a:spcBef>
                    <a:spcPts val="518"/>
                  </a:spcBef>
                  <a:buSzPct val="100000"/>
                  <a:buNone/>
                </a:pPr>
                <a:r>
                  <a:rPr lang="es-PE" sz="3200" dirty="0"/>
                  <a:t>¿Qué es más plausible para explicar un crimen que supone muchos meses de planificación: a) una premeditación pormenorizada de las acciones en la mente de quien las cometió o b) un arrebato de locura sostenido en el tiempo y acompañado de una reflexión minuciosa?</a:t>
                </a:r>
              </a:p>
            </p:txBody>
          </p:sp>
        </mc:Choice>
        <mc:Fallback xmlns="">
          <p:sp>
            <p:nvSpPr>
              <p:cNvPr id="8" name="Marcador de texto 7">
                <a:extLst>
                  <a:ext uri="{FF2B5EF4-FFF2-40B4-BE49-F238E27FC236}">
                    <a16:creationId xmlns:a16="http://schemas.microsoft.com/office/drawing/2014/main" id="{BB46DCB4-5D20-4543-E466-30F669899AE1}"/>
                  </a:ext>
                </a:extLst>
              </p:cNvPr>
              <p:cNvSpPr>
                <a:spLocks noGrp="1" noRot="1" noChangeAspect="1" noMove="1" noResize="1" noEditPoints="1" noAdjustHandles="1" noChangeArrowheads="1" noChangeShapeType="1" noTextEdit="1"/>
              </p:cNvSpPr>
              <p:nvPr>
                <p:ph type="body" idx="1"/>
              </p:nvPr>
            </p:nvSpPr>
            <p:spPr>
              <a:xfrm>
                <a:off x="1051560" y="1690688"/>
                <a:ext cx="10302240" cy="4875551"/>
              </a:xfrm>
              <a:blipFill>
                <a:blip r:embed="rId3"/>
                <a:stretch>
                  <a:fillRect l="-1420" t="-2500" r="-1361" b="-3875"/>
                </a:stretch>
              </a:blipFill>
            </p:spPr>
            <p:txBody>
              <a:bodyPr/>
              <a:lstStyle/>
              <a:p>
                <a:r>
                  <a:rPr lang="es-PE">
                    <a:noFill/>
                  </a:rPr>
                  <a:t> </a:t>
                </a:r>
              </a:p>
            </p:txBody>
          </p:sp>
        </mc:Fallback>
      </mc:AlternateContent>
    </p:spTree>
    <p:extLst>
      <p:ext uri="{BB962C8B-B14F-4D97-AF65-F5344CB8AC3E}">
        <p14:creationId xmlns:p14="http://schemas.microsoft.com/office/powerpoint/2010/main" val="3240029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8" name="Google Shape;218;p2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s-PE" dirty="0"/>
                  <a:t>¿Cómo elegir el mejor </a:t>
                </a:r>
                <a14:m>
                  <m:oMath xmlns:m="http://schemas.openxmlformats.org/officeDocument/2006/math">
                    <m:r>
                      <a:rPr lang="es-PE" i="1" dirty="0">
                        <a:latin typeface="Cambria Math" panose="02040503050406030204" pitchFamily="18" charset="0"/>
                      </a:rPr>
                      <m:t>𝐶𝑗</m:t>
                    </m:r>
                  </m:oMath>
                </a14:m>
                <a:r>
                  <a:rPr lang="es-PE" dirty="0"/>
                  <a:t>?</a:t>
                </a:r>
                <a:endParaRPr lang="es-PE" noProof="0" dirty="0"/>
              </a:p>
            </p:txBody>
          </p:sp>
        </mc:Choice>
        <mc:Fallback xmlns="">
          <p:sp>
            <p:nvSpPr>
              <p:cNvPr id="218" name="Google Shape;218;p23"/>
              <p:cNvSpPr txBox="1">
                <a:spLocks noGrp="1" noRot="1" noChangeAspect="1" noMove="1" noResize="1" noEditPoints="1" noAdjustHandles="1" noChangeArrowheads="1" noChangeShapeType="1" noTextEdit="1"/>
              </p:cNvSpPr>
              <p:nvPr>
                <p:ph type="title"/>
              </p:nvPr>
            </p:nvSpPr>
            <p:spPr>
              <a:xfrm>
                <a:off x="1981200" y="274638"/>
                <a:ext cx="8229600" cy="1143000"/>
              </a:xfrm>
              <a:prstGeom prst="rect">
                <a:avLst/>
              </a:prstGeom>
              <a:blipFill>
                <a:blip r:embed="rId3"/>
                <a:stretch>
                  <a:fillRect b="-6383"/>
                </a:stretch>
              </a:blipFill>
              <a:ln>
                <a:noFill/>
              </a:ln>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19" name="Google Shape;219;p23"/>
              <p:cNvSpPr txBox="1">
                <a:spLocks noGrp="1"/>
              </p:cNvSpPr>
              <p:nvPr>
                <p:ph type="body" idx="1"/>
              </p:nvPr>
            </p:nvSpPr>
            <p:spPr>
              <a:xfrm>
                <a:off x="609600" y="1314133"/>
                <a:ext cx="10972800" cy="5269229"/>
              </a:xfrm>
              <a:prstGeom prst="rect">
                <a:avLst/>
              </a:prstGeom>
              <a:noFill/>
              <a:ln>
                <a:noFill/>
              </a:ln>
            </p:spPr>
            <p:txBody>
              <a:bodyPr spcFirstLastPara="1" vert="horz" wrap="square" lIns="91425" tIns="45700" rIns="91425" bIns="45700" rtlCol="0" anchor="t" anchorCtr="0">
                <a:normAutofit lnSpcReduction="10000"/>
              </a:bodyPr>
              <a:lstStyle/>
              <a:p>
                <a:pPr marL="0" indent="0">
                  <a:spcBef>
                    <a:spcPts val="592"/>
                  </a:spcBef>
                  <a:buClr>
                    <a:schemeClr val="dk1"/>
                  </a:buClr>
                  <a:buSzPct val="100000"/>
                  <a:buNone/>
                </a:pPr>
                <a:endParaRPr lang="es-PE" noProof="0" dirty="0"/>
              </a:p>
              <a:p>
                <a:pPr marL="0" lvl="1" indent="-164465">
                  <a:spcBef>
                    <a:spcPts val="518"/>
                  </a:spcBef>
                  <a:buClr>
                    <a:schemeClr val="dk1"/>
                  </a:buClr>
                  <a:buSzPct val="100000"/>
                  <a:buFont typeface="Noto Sans Symbols"/>
                  <a:buChar char="◆"/>
                </a:pPr>
                <a:r>
                  <a:rPr lang="es-PE" sz="3200" b="1" i="1" dirty="0"/>
                  <a:t> C </a:t>
                </a:r>
                <a:r>
                  <a:rPr lang="es-PE" sz="3200" b="1" dirty="0"/>
                  <a:t>tiene un mayor poder explicativo que los factores  alternativos para la ocurrencia de </a:t>
                </a:r>
                <a:r>
                  <a:rPr lang="es-PE" sz="3200" b="1" i="1" dirty="0"/>
                  <a:t>E</a:t>
                </a:r>
                <a:r>
                  <a:rPr lang="es-PE" sz="3200" i="1" dirty="0"/>
                  <a:t>.</a:t>
                </a:r>
              </a:p>
              <a:p>
                <a:pPr marL="0" lvl="1" indent="0">
                  <a:spcBef>
                    <a:spcPts val="518"/>
                  </a:spcBef>
                  <a:buClr>
                    <a:schemeClr val="dk1"/>
                  </a:buClr>
                  <a:buSzPct val="100000"/>
                  <a:buNone/>
                </a:pPr>
                <a:endParaRPr lang="es-PE" sz="3200" i="1" dirty="0"/>
              </a:p>
              <a:p>
                <a:pPr marL="0" lvl="1" indent="0">
                  <a:spcBef>
                    <a:spcPts val="518"/>
                  </a:spcBef>
                  <a:buClr>
                    <a:schemeClr val="dk1"/>
                  </a:buClr>
                  <a:buSzPct val="100000"/>
                  <a:buNone/>
                </a:pPr>
                <a14:m>
                  <m:oMath xmlns:m="http://schemas.openxmlformats.org/officeDocument/2006/math">
                    <m:r>
                      <a:rPr lang="es-PE" sz="3200" i="1" dirty="0">
                        <a:latin typeface="Cambria Math" panose="02040503050406030204" pitchFamily="18" charset="0"/>
                      </a:rPr>
                      <m:t>𝐶𝑗</m:t>
                    </m:r>
                  </m:oMath>
                </a14:m>
                <a:r>
                  <a:rPr lang="es-PE" sz="3200" dirty="0"/>
                  <a:t> explica aspectos específicos de </a:t>
                </a:r>
                <a:r>
                  <a:rPr lang="es-PE" sz="3200" i="1" dirty="0"/>
                  <a:t>E</a:t>
                </a:r>
                <a:r>
                  <a:rPr lang="es-PE" sz="3200" dirty="0"/>
                  <a:t>, instancias de </a:t>
                </a:r>
                <a:r>
                  <a:rPr lang="es-PE" sz="3200" i="1" dirty="0"/>
                  <a:t>E </a:t>
                </a:r>
                <a:r>
                  <a:rPr lang="es-PE" sz="3200" dirty="0"/>
                  <a:t>en diferentes contextos o explica variantes análogas a </a:t>
                </a:r>
                <a:r>
                  <a:rPr lang="es-PE" sz="3200" i="1" dirty="0"/>
                  <a:t>E, ...</a:t>
                </a:r>
                <a:endParaRPr lang="es-PE" b="1" noProof="0" dirty="0"/>
              </a:p>
              <a:p>
                <a:pPr marL="342900" indent="-154940">
                  <a:spcBef>
                    <a:spcPts val="592"/>
                  </a:spcBef>
                  <a:buClr>
                    <a:schemeClr val="dk1"/>
                  </a:buClr>
                  <a:buSzPct val="100000"/>
                  <a:buNone/>
                </a:pPr>
                <a:endParaRPr lang="es-PE" b="1" i="1" noProof="0" dirty="0"/>
              </a:p>
              <a:p>
                <a:pPr marL="0" indent="0">
                  <a:spcBef>
                    <a:spcPts val="592"/>
                  </a:spcBef>
                  <a:buClr>
                    <a:schemeClr val="dk1"/>
                  </a:buClr>
                  <a:buSzPct val="100000"/>
                  <a:buNone/>
                </a:pPr>
                <a:r>
                  <a:rPr lang="es-PE" b="1" noProof="0" dirty="0"/>
                  <a:t>Ejemplo</a:t>
                </a:r>
              </a:p>
              <a:p>
                <a:pPr marL="0" indent="0" algn="just">
                  <a:spcBef>
                    <a:spcPts val="592"/>
                  </a:spcBef>
                  <a:buClr>
                    <a:schemeClr val="dk1"/>
                  </a:buClr>
                  <a:buSzPct val="100000"/>
                  <a:buNone/>
                </a:pPr>
                <a:r>
                  <a:rPr lang="es-PE" noProof="0" dirty="0"/>
                  <a:t>¿Qué explicación de la inasistencia injustificada de Laura a sus clases por dos semanas tiene mayor poder explicativo? a) el </a:t>
                </a:r>
                <a:r>
                  <a:rPr lang="es-PE" i="1" noProof="0" dirty="0" err="1"/>
                  <a:t>bullying</a:t>
                </a:r>
                <a:r>
                  <a:rPr lang="es-PE" noProof="0" dirty="0"/>
                  <a:t> que sufría constantemente desde hace un año o b) una enfermedad que la inhabilitó y de la que nadie tiene indicios ni aviso?</a:t>
                </a:r>
              </a:p>
              <a:p>
                <a:pPr marL="0" indent="0">
                  <a:spcBef>
                    <a:spcPts val="592"/>
                  </a:spcBef>
                  <a:buClr>
                    <a:schemeClr val="dk1"/>
                  </a:buClr>
                  <a:buSzPct val="100000"/>
                  <a:buNone/>
                </a:pPr>
                <a:endParaRPr lang="es-PE" b="1" i="1" noProof="0" dirty="0"/>
              </a:p>
            </p:txBody>
          </p:sp>
        </mc:Choice>
        <mc:Fallback xmlns="">
          <p:sp>
            <p:nvSpPr>
              <p:cNvPr id="219" name="Google Shape;219;p23"/>
              <p:cNvSpPr txBox="1">
                <a:spLocks noGrp="1" noRot="1" noChangeAspect="1" noMove="1" noResize="1" noEditPoints="1" noAdjustHandles="1" noChangeArrowheads="1" noChangeShapeType="1" noTextEdit="1"/>
              </p:cNvSpPr>
              <p:nvPr>
                <p:ph type="body" idx="1"/>
              </p:nvPr>
            </p:nvSpPr>
            <p:spPr>
              <a:xfrm>
                <a:off x="609600" y="1314133"/>
                <a:ext cx="10972800" cy="5269229"/>
              </a:xfrm>
              <a:prstGeom prst="rect">
                <a:avLst/>
              </a:prstGeom>
              <a:blipFill>
                <a:blip r:embed="rId4"/>
                <a:stretch>
                  <a:fillRect l="-1444" r="-1111"/>
                </a:stretch>
              </a:blipFill>
              <a:ln>
                <a:noFill/>
              </a:ln>
            </p:spPr>
            <p:txBody>
              <a:bodyPr/>
              <a:lstStyle/>
              <a:p>
                <a:r>
                  <a:rPr lang="es-PE">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E77005D9-DD91-4820-F99E-F8BE88D04A42}"/>
            </a:ext>
          </a:extLst>
        </p:cNvPr>
        <p:cNvGrpSpPr/>
        <p:nvPr/>
      </p:nvGrpSpPr>
      <p:grpSpPr>
        <a:xfrm>
          <a:off x="0" y="0"/>
          <a:ext cx="0" cy="0"/>
          <a:chOff x="0" y="0"/>
          <a:chExt cx="0" cy="0"/>
        </a:xfrm>
      </p:grpSpPr>
      <p:sp>
        <p:nvSpPr>
          <p:cNvPr id="219" name="Google Shape;219;p23">
            <a:extLst>
              <a:ext uri="{FF2B5EF4-FFF2-40B4-BE49-F238E27FC236}">
                <a16:creationId xmlns:a16="http://schemas.microsoft.com/office/drawing/2014/main" id="{50AA4EF2-60FB-D4E3-62EA-081FC0E67085}"/>
              </a:ext>
            </a:extLst>
          </p:cNvPr>
          <p:cNvSpPr txBox="1">
            <a:spLocks noGrp="1"/>
          </p:cNvSpPr>
          <p:nvPr>
            <p:ph type="body" idx="1"/>
          </p:nvPr>
        </p:nvSpPr>
        <p:spPr>
          <a:xfrm>
            <a:off x="548640" y="1417638"/>
            <a:ext cx="11178540" cy="5188740"/>
          </a:xfrm>
          <a:prstGeom prst="rect">
            <a:avLst/>
          </a:prstGeom>
          <a:noFill/>
          <a:ln>
            <a:noFill/>
          </a:ln>
        </p:spPr>
        <p:txBody>
          <a:bodyPr spcFirstLastPara="1" vert="horz" wrap="square" lIns="91425" tIns="45700" rIns="91425" bIns="45700" rtlCol="0" anchor="t" anchorCtr="0">
            <a:normAutofit fontScale="92500" lnSpcReduction="20000"/>
          </a:bodyPr>
          <a:lstStyle/>
          <a:p>
            <a:pPr marL="0" lvl="1" indent="0">
              <a:spcBef>
                <a:spcPts val="518"/>
              </a:spcBef>
              <a:buClr>
                <a:schemeClr val="dk1"/>
              </a:buClr>
              <a:buSzPct val="100000"/>
              <a:buNone/>
            </a:pPr>
            <a:endParaRPr lang="es-PE" sz="3200" i="1" dirty="0"/>
          </a:p>
          <a:p>
            <a:pPr marL="0" lvl="1" indent="-164465" algn="just">
              <a:spcBef>
                <a:spcPts val="518"/>
              </a:spcBef>
              <a:buClr>
                <a:schemeClr val="dk1"/>
              </a:buClr>
              <a:buSzPct val="100000"/>
              <a:buFont typeface="Noto Sans Symbols"/>
              <a:buChar char="◆"/>
            </a:pPr>
            <a:r>
              <a:rPr lang="es-PE" sz="3600" i="1" dirty="0"/>
              <a:t> </a:t>
            </a:r>
            <a:r>
              <a:rPr lang="es-PE" sz="3600" b="1" i="1" dirty="0"/>
              <a:t>C es más simple </a:t>
            </a:r>
            <a:r>
              <a:rPr lang="es-PE" sz="3600" b="1" dirty="0"/>
              <a:t>que los factores alternativos para la ocurrencia de </a:t>
            </a:r>
            <a:r>
              <a:rPr lang="es-PE" sz="3600" b="1" i="1" dirty="0"/>
              <a:t>E</a:t>
            </a:r>
            <a:r>
              <a:rPr lang="es-PE" sz="3600" dirty="0"/>
              <a:t>.</a:t>
            </a:r>
          </a:p>
          <a:p>
            <a:pPr marL="0" lvl="1" indent="0" algn="just">
              <a:spcBef>
                <a:spcPts val="518"/>
              </a:spcBef>
              <a:buClr>
                <a:schemeClr val="dk1"/>
              </a:buClr>
              <a:buSzPct val="100000"/>
              <a:buNone/>
            </a:pPr>
            <a:r>
              <a:rPr lang="es-PE" sz="3600" dirty="0"/>
              <a:t>La ocurrencia de </a:t>
            </a:r>
            <a:r>
              <a:rPr lang="es-PE" sz="3600" i="1" dirty="0"/>
              <a:t>C </a:t>
            </a:r>
            <a:r>
              <a:rPr lang="es-PE" sz="3600" dirty="0"/>
              <a:t>conlleva menos compromisos con otras asunciones que la ocurrencia de los otros factores. </a:t>
            </a:r>
          </a:p>
          <a:p>
            <a:pPr marL="0" lvl="1" indent="0" algn="just">
              <a:spcBef>
                <a:spcPts val="518"/>
              </a:spcBef>
              <a:buClr>
                <a:schemeClr val="dk1"/>
              </a:buClr>
              <a:buSzPct val="100000"/>
              <a:buNone/>
            </a:pPr>
            <a:endParaRPr lang="es-PE" sz="3600" b="1" dirty="0"/>
          </a:p>
          <a:p>
            <a:pPr marL="0" lvl="1" indent="0" algn="just">
              <a:spcBef>
                <a:spcPts val="518"/>
              </a:spcBef>
              <a:buClr>
                <a:schemeClr val="dk1"/>
              </a:buClr>
              <a:buSzPct val="100000"/>
              <a:buNone/>
            </a:pPr>
            <a:r>
              <a:rPr lang="es-PE" sz="3600" b="1" dirty="0"/>
              <a:t>Ejemplo</a:t>
            </a:r>
          </a:p>
          <a:p>
            <a:pPr marL="0" lvl="1" indent="0" algn="just">
              <a:spcBef>
                <a:spcPts val="518"/>
              </a:spcBef>
              <a:buClr>
                <a:schemeClr val="dk1"/>
              </a:buClr>
              <a:buSzPct val="100000"/>
              <a:buNone/>
            </a:pPr>
            <a:r>
              <a:rPr lang="es-PE" sz="3600" dirty="0"/>
              <a:t>¿Qué explicación es más simple para la política sanitaria internacional de vacunación de la población contra el COVID-19?: a) una conspiración mundial que busca controlarnos con microchips o b) el control del desarrollo y las consecuencias de la pandemia?</a:t>
            </a:r>
          </a:p>
          <a:p>
            <a:pPr marL="342900" indent="-154940">
              <a:spcBef>
                <a:spcPts val="592"/>
              </a:spcBef>
              <a:buClr>
                <a:schemeClr val="dk1"/>
              </a:buClr>
              <a:buSzPct val="100000"/>
              <a:buNone/>
            </a:pPr>
            <a:endParaRPr lang="es-PE" b="1" noProof="0" dirty="0"/>
          </a:p>
          <a:p>
            <a:pPr marL="342900" indent="-154940">
              <a:spcBef>
                <a:spcPts val="592"/>
              </a:spcBef>
              <a:buClr>
                <a:schemeClr val="dk1"/>
              </a:buClr>
              <a:buSzPct val="100000"/>
              <a:buNone/>
            </a:pPr>
            <a:endParaRPr lang="es-PE" b="1" i="1" noProof="0" dirty="0"/>
          </a:p>
          <a:p>
            <a:pPr marL="0" indent="0">
              <a:spcBef>
                <a:spcPts val="592"/>
              </a:spcBef>
              <a:buClr>
                <a:schemeClr val="dk1"/>
              </a:buClr>
              <a:buSzPct val="100000"/>
              <a:buNone/>
            </a:pPr>
            <a:endParaRPr lang="es-PE" b="1" i="1" noProof="0" dirty="0"/>
          </a:p>
        </p:txBody>
      </p:sp>
      <mc:AlternateContent xmlns:mc="http://schemas.openxmlformats.org/markup-compatibility/2006">
        <mc:Choice xmlns:a14="http://schemas.microsoft.com/office/drawing/2010/main" Requires="a14">
          <p:sp>
            <p:nvSpPr>
              <p:cNvPr id="7" name="Título 6">
                <a:extLst>
                  <a:ext uri="{FF2B5EF4-FFF2-40B4-BE49-F238E27FC236}">
                    <a16:creationId xmlns:a16="http://schemas.microsoft.com/office/drawing/2014/main" id="{96F02182-428B-C521-1A3B-3F39442DD08F}"/>
                  </a:ext>
                </a:extLst>
              </p:cNvPr>
              <p:cNvSpPr>
                <a:spLocks noGrp="1"/>
              </p:cNvSpPr>
              <p:nvPr>
                <p:ph type="title"/>
              </p:nvPr>
            </p:nvSpPr>
            <p:spPr>
              <a:xfrm>
                <a:off x="838200" y="365125"/>
                <a:ext cx="10515600" cy="1325563"/>
              </a:xfrm>
            </p:spPr>
            <p:txBody>
              <a:bodyPr>
                <a:normAutofit/>
              </a:bodyPr>
              <a:lstStyle/>
              <a:p>
                <a:pPr algn="ctr"/>
                <a:r>
                  <a:rPr lang="es-PE" dirty="0"/>
                  <a:t>¿Cómo elegir el mejor </a:t>
                </a:r>
                <a14:m>
                  <m:oMath xmlns:m="http://schemas.openxmlformats.org/officeDocument/2006/math">
                    <m:r>
                      <a:rPr lang="es-PE" i="1" dirty="0">
                        <a:latin typeface="Cambria Math" panose="02040503050406030204" pitchFamily="18" charset="0"/>
                      </a:rPr>
                      <m:t>𝐶𝑗</m:t>
                    </m:r>
                  </m:oMath>
                </a14:m>
                <a:r>
                  <a:rPr lang="es-PE" dirty="0"/>
                  <a:t>?</a:t>
                </a:r>
              </a:p>
            </p:txBody>
          </p:sp>
        </mc:Choice>
        <mc:Fallback>
          <p:sp>
            <p:nvSpPr>
              <p:cNvPr id="7" name="Título 6">
                <a:extLst>
                  <a:ext uri="{FF2B5EF4-FFF2-40B4-BE49-F238E27FC236}">
                    <a16:creationId xmlns:a16="http://schemas.microsoft.com/office/drawing/2014/main" id="{96F02182-428B-C521-1A3B-3F39442DD08F}"/>
                  </a:ext>
                </a:extLst>
              </p:cNvPr>
              <p:cNvSpPr>
                <a:spLocks noGrp="1" noRot="1" noChangeAspect="1" noMove="1" noResize="1" noEditPoints="1" noAdjustHandles="1" noChangeArrowheads="1" noChangeShapeType="1" noTextEdit="1"/>
              </p:cNvSpPr>
              <p:nvPr>
                <p:ph type="title"/>
              </p:nvPr>
            </p:nvSpPr>
            <p:spPr>
              <a:xfrm>
                <a:off x="838200" y="365125"/>
                <a:ext cx="10515600" cy="1325563"/>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3312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A98B68-268A-6DBE-57F5-4F9A98D3F053}"/>
              </a:ext>
            </a:extLst>
          </p:cNvPr>
          <p:cNvSpPr>
            <a:spLocks noGrp="1"/>
          </p:cNvSpPr>
          <p:nvPr>
            <p:ph type="title"/>
          </p:nvPr>
        </p:nvSpPr>
        <p:spPr/>
        <p:txBody>
          <a:bodyPr/>
          <a:lstStyle/>
          <a:p>
            <a:r>
              <a:rPr lang="es-PE" dirty="0"/>
              <a:t>Análisis de inferencias a la mejor explicación</a:t>
            </a:r>
          </a:p>
        </p:txBody>
      </p:sp>
    </p:spTree>
    <p:extLst>
      <p:ext uri="{BB962C8B-B14F-4D97-AF65-F5344CB8AC3E}">
        <p14:creationId xmlns:p14="http://schemas.microsoft.com/office/powerpoint/2010/main" val="754631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4"/>
          <p:cNvSpPr txBox="1">
            <a:spLocks noGrp="1"/>
          </p:cNvSpPr>
          <p:nvPr>
            <p:ph type="title"/>
          </p:nvPr>
        </p:nvSpPr>
        <p:spPr>
          <a:xfrm>
            <a:off x="1428750" y="411798"/>
            <a:ext cx="9406890" cy="1143000"/>
          </a:xfrm>
          <a:prstGeom prst="rect">
            <a:avLst/>
          </a:prstGeom>
          <a:noFill/>
          <a:ln>
            <a:noFill/>
          </a:ln>
        </p:spPr>
        <p:txBody>
          <a:bodyPr spcFirstLastPara="1" vert="horz" wrap="square" lIns="91425" tIns="45700" rIns="91425" bIns="45700" rtlCol="0" anchor="ctr" anchorCtr="0">
            <a:normAutofit/>
          </a:bodyPr>
          <a:lstStyle/>
          <a:p>
            <a:pPr>
              <a:spcBef>
                <a:spcPts val="0"/>
              </a:spcBef>
              <a:buClr>
                <a:schemeClr val="dk1"/>
              </a:buClr>
              <a:buSzPts val="4400"/>
            </a:pPr>
            <a:r>
              <a:rPr lang="es-PE" dirty="0"/>
              <a:t>Argumento 1</a:t>
            </a:r>
            <a:endParaRPr lang="es-PE" noProof="0" dirty="0"/>
          </a:p>
        </p:txBody>
      </p:sp>
      <p:sp>
        <p:nvSpPr>
          <p:cNvPr id="225" name="Google Shape;225;p24"/>
          <p:cNvSpPr txBox="1">
            <a:spLocks noGrp="1"/>
          </p:cNvSpPr>
          <p:nvPr>
            <p:ph type="body" idx="1"/>
          </p:nvPr>
        </p:nvSpPr>
        <p:spPr>
          <a:xfrm>
            <a:off x="1428750" y="1735301"/>
            <a:ext cx="9406890" cy="4525963"/>
          </a:xfrm>
          <a:prstGeom prst="rect">
            <a:avLst/>
          </a:prstGeom>
          <a:noFill/>
          <a:ln>
            <a:noFill/>
          </a:ln>
        </p:spPr>
        <p:txBody>
          <a:bodyPr spcFirstLastPara="1" vert="horz" wrap="square" lIns="91425" tIns="45700" rIns="91425" bIns="45700" rtlCol="0" anchor="t" anchorCtr="0">
            <a:normAutofit lnSpcReduction="10000"/>
          </a:bodyPr>
          <a:lstStyle/>
          <a:p>
            <a:pPr marL="0" indent="0" algn="just">
              <a:spcBef>
                <a:spcPts val="0"/>
              </a:spcBef>
              <a:buClr>
                <a:schemeClr val="dk1"/>
              </a:buClr>
              <a:buSzPct val="100000"/>
              <a:buNone/>
            </a:pPr>
            <a:r>
              <a:rPr lang="es-PE" noProof="0" dirty="0"/>
              <a:t>El mal desempeño del profesor Mardones hoy en clases se debe a que fue su primera vez dictando el curso de Ciencias Políticas. Pedro Mardones ha sido docente universitario del curso de Filosofía Política en la facultad de Humanidades desde que tiene 21 años; ahora cuenta con más de 15 años de experiencia y, como evidencia el consolidado histórico de encuestas a sus alumnos, la expresión oral de ideas es el punto más resaltante de su habilidad en la docencia. A pesar de ello, hoy tuve una clase con él en la facultad de Ciencias Sociales, donde, además, es profesor por primera vez, y, sorprendentemente, su clase tuvo muchas deficiencias en su comunicación de ideas.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5"/>
          <p:cNvSpPr txBox="1">
            <a:spLocks noGrp="1"/>
          </p:cNvSpPr>
          <p:nvPr>
            <p:ph type="title"/>
          </p:nvPr>
        </p:nvSpPr>
        <p:spPr>
          <a:xfrm>
            <a:off x="960120" y="274638"/>
            <a:ext cx="1020699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s-PE" noProof="0" dirty="0"/>
              <a:t>Análisis d</a:t>
            </a:r>
            <a:r>
              <a:rPr lang="es-PE" dirty="0"/>
              <a:t>el argumento 1</a:t>
            </a:r>
            <a:endParaRPr lang="es-PE" noProof="0" dirty="0"/>
          </a:p>
        </p:txBody>
      </p:sp>
      <p:sp>
        <p:nvSpPr>
          <p:cNvPr id="231" name="Google Shape;231;p25"/>
          <p:cNvSpPr txBox="1">
            <a:spLocks noGrp="1"/>
          </p:cNvSpPr>
          <p:nvPr>
            <p:ph type="body" idx="1"/>
          </p:nvPr>
        </p:nvSpPr>
        <p:spPr>
          <a:xfrm>
            <a:off x="960120" y="1600201"/>
            <a:ext cx="10206990" cy="4892039"/>
          </a:xfrm>
          <a:prstGeom prst="rect">
            <a:avLst/>
          </a:prstGeom>
          <a:noFill/>
          <a:ln>
            <a:noFill/>
          </a:ln>
        </p:spPr>
        <p:txBody>
          <a:bodyPr spcFirstLastPara="1" vert="horz" wrap="square" lIns="91425" tIns="45700" rIns="91425" bIns="45700" rtlCol="0" anchor="t" anchorCtr="0">
            <a:normAutofit fontScale="92500" lnSpcReduction="20000"/>
          </a:bodyPr>
          <a:lstStyle/>
          <a:p>
            <a:pPr marL="0" indent="0">
              <a:spcBef>
                <a:spcPts val="0"/>
              </a:spcBef>
              <a:buClr>
                <a:schemeClr val="dk1"/>
              </a:buClr>
              <a:buSzPct val="100000"/>
              <a:buNone/>
            </a:pPr>
            <a:r>
              <a:rPr lang="es-PE" b="1" noProof="0" dirty="0"/>
              <a:t>Conclusión: </a:t>
            </a:r>
            <a:r>
              <a:rPr lang="es-PE" noProof="0" dirty="0"/>
              <a:t>El mal desempeño del profesor Mardones hoy en clases se debe a que fue su primera vez dictando el curso de Ciencia Política.</a:t>
            </a:r>
          </a:p>
          <a:p>
            <a:pPr marL="176213" indent="-176213">
              <a:spcBef>
                <a:spcPts val="400"/>
              </a:spcBef>
              <a:buClr>
                <a:schemeClr val="dk1"/>
              </a:buClr>
              <a:buSzPct val="100000"/>
              <a:buNone/>
            </a:pPr>
            <a:r>
              <a:rPr lang="es-PE" b="1" noProof="0" dirty="0"/>
              <a:t> </a:t>
            </a:r>
            <a:endParaRPr lang="es-PE" noProof="0" dirty="0"/>
          </a:p>
          <a:p>
            <a:pPr marL="0" indent="0">
              <a:spcBef>
                <a:spcPts val="400"/>
              </a:spcBef>
              <a:buClr>
                <a:schemeClr val="dk1"/>
              </a:buClr>
              <a:buSzPct val="100000"/>
              <a:buNone/>
            </a:pPr>
            <a:r>
              <a:rPr lang="es-PE" b="1" noProof="0" dirty="0"/>
              <a:t>Premisa(s):</a:t>
            </a:r>
            <a:endParaRPr lang="es-PE" noProof="0" dirty="0"/>
          </a:p>
          <a:p>
            <a:pPr marL="811213" indent="-296863">
              <a:spcBef>
                <a:spcPts val="400"/>
              </a:spcBef>
              <a:buClr>
                <a:schemeClr val="dk1"/>
              </a:buClr>
              <a:buSzPct val="100000"/>
              <a:buFont typeface="Calibri"/>
              <a:buAutoNum type="arabicPeriod"/>
            </a:pPr>
            <a:r>
              <a:rPr lang="es-PE" noProof="0" dirty="0"/>
              <a:t>Pedro Mardones ha sido docente de </a:t>
            </a:r>
            <a:r>
              <a:rPr lang="es-PE" dirty="0"/>
              <a:t>Filosofía Política </a:t>
            </a:r>
            <a:r>
              <a:rPr lang="es-PE" noProof="0" dirty="0"/>
              <a:t>en la facultad de Humanidades desde que tiene 21 años.</a:t>
            </a:r>
          </a:p>
          <a:p>
            <a:pPr marL="811213" indent="-296863">
              <a:spcBef>
                <a:spcPts val="400"/>
              </a:spcBef>
              <a:buClr>
                <a:schemeClr val="dk1"/>
              </a:buClr>
              <a:buSzPct val="100000"/>
              <a:buFont typeface="Calibri"/>
              <a:buAutoNum type="arabicPeriod"/>
            </a:pPr>
            <a:r>
              <a:rPr lang="es-PE" noProof="0" dirty="0"/>
              <a:t>Pedro Mardones cuenta con más de 15 años de experiencia como docente.</a:t>
            </a:r>
          </a:p>
          <a:p>
            <a:pPr marL="811213" indent="-296863" algn="just">
              <a:spcBef>
                <a:spcPts val="400"/>
              </a:spcBef>
              <a:buClr>
                <a:schemeClr val="dk1"/>
              </a:buClr>
              <a:buSzPct val="100000"/>
              <a:buFont typeface="Calibri"/>
              <a:buAutoNum type="arabicPeriod"/>
            </a:pPr>
            <a:r>
              <a:rPr lang="es-PE" noProof="0" dirty="0"/>
              <a:t>La expresión oral de ideas es el punto más resaltante de la habilidad de Mardones en la docencia, como lo evidencia el consolidado histórico de las encuestas a sus alumnos.</a:t>
            </a:r>
          </a:p>
          <a:p>
            <a:pPr marL="811213" indent="-296863">
              <a:spcBef>
                <a:spcPts val="400"/>
              </a:spcBef>
              <a:buClr>
                <a:schemeClr val="dk1"/>
              </a:buClr>
              <a:buSzPct val="100000"/>
              <a:buFont typeface="Calibri"/>
              <a:buAutoNum type="arabicPeriod"/>
            </a:pPr>
            <a:r>
              <a:rPr lang="es-PE" noProof="0" dirty="0"/>
              <a:t>Hoy tuve una clase con Mardones en la facultad de Ciencias Sociales, donde es profesor por primera vez.</a:t>
            </a:r>
          </a:p>
          <a:p>
            <a:pPr marL="811213" indent="-296863">
              <a:spcBef>
                <a:spcPts val="400"/>
              </a:spcBef>
              <a:buClr>
                <a:schemeClr val="dk1"/>
              </a:buClr>
              <a:buSzPct val="100000"/>
              <a:buFont typeface="Calibri"/>
              <a:buAutoNum type="arabicPeriod"/>
            </a:pPr>
            <a:r>
              <a:rPr lang="es-PE" noProof="0" dirty="0"/>
              <a:t>La clase de Mardones tuvo muchas deficiencias en su comunicación de ideas.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s-PE" dirty="0"/>
              <a:t>Análisis del argumento 1</a:t>
            </a:r>
            <a:endParaRPr lang="es-PE" noProof="0" dirty="0"/>
          </a:p>
        </p:txBody>
      </p:sp>
      <p:sp>
        <p:nvSpPr>
          <p:cNvPr id="237" name="Google Shape;237;p26"/>
          <p:cNvSpPr txBox="1">
            <a:spLocks noGrp="1"/>
          </p:cNvSpPr>
          <p:nvPr>
            <p:ph type="body" idx="1"/>
          </p:nvPr>
        </p:nvSpPr>
        <p:spPr>
          <a:xfrm>
            <a:off x="1215390" y="1644735"/>
            <a:ext cx="10317480" cy="4664625"/>
          </a:xfrm>
          <a:prstGeom prst="rect">
            <a:avLst/>
          </a:prstGeom>
          <a:noFill/>
          <a:ln>
            <a:noFill/>
          </a:ln>
        </p:spPr>
        <p:txBody>
          <a:bodyPr spcFirstLastPara="1" vert="horz" wrap="square" lIns="91425" tIns="45700" rIns="91425" bIns="45700" rtlCol="0" anchor="t" anchorCtr="0">
            <a:normAutofit fontScale="85000" lnSpcReduction="20000"/>
          </a:bodyPr>
          <a:lstStyle/>
          <a:p>
            <a:pPr marL="0" indent="0">
              <a:spcBef>
                <a:spcPts val="0"/>
              </a:spcBef>
              <a:buClr>
                <a:schemeClr val="dk1"/>
              </a:buClr>
              <a:buSzPct val="100000"/>
              <a:buNone/>
            </a:pPr>
            <a:r>
              <a:rPr lang="es-PE" b="1" noProof="0" dirty="0"/>
              <a:t>Causa (C): </a:t>
            </a:r>
            <a:r>
              <a:rPr lang="es-PE" noProof="0" dirty="0"/>
              <a:t>El que fuera la primera vez de Mardones dictando Ciencia Política</a:t>
            </a:r>
            <a:br>
              <a:rPr lang="es-PE" b="1" noProof="0" dirty="0"/>
            </a:br>
            <a:endParaRPr lang="es-PE" noProof="0" dirty="0"/>
          </a:p>
          <a:p>
            <a:pPr marL="0" indent="0">
              <a:spcBef>
                <a:spcPts val="448"/>
              </a:spcBef>
              <a:buClr>
                <a:schemeClr val="dk1"/>
              </a:buClr>
              <a:buSzPct val="100000"/>
              <a:buNone/>
            </a:pPr>
            <a:r>
              <a:rPr lang="es-PE" b="1" noProof="0" dirty="0"/>
              <a:t>Efecto (E): </a:t>
            </a:r>
            <a:r>
              <a:rPr lang="es-PE" noProof="0" dirty="0"/>
              <a:t>El mal desempeño oral de Mardones en su clase</a:t>
            </a:r>
          </a:p>
          <a:p>
            <a:pPr marL="176213" indent="-176213">
              <a:spcBef>
                <a:spcPts val="448"/>
              </a:spcBef>
              <a:buClr>
                <a:schemeClr val="dk1"/>
              </a:buClr>
              <a:buSzPct val="100000"/>
              <a:buNone/>
            </a:pPr>
            <a:r>
              <a:rPr lang="es-PE" b="1" noProof="0" dirty="0"/>
              <a:t> </a:t>
            </a:r>
            <a:endParaRPr lang="es-PE" noProof="0" dirty="0"/>
          </a:p>
          <a:p>
            <a:pPr marL="0" indent="0">
              <a:spcBef>
                <a:spcPts val="448"/>
              </a:spcBef>
              <a:buClr>
                <a:schemeClr val="dk1"/>
              </a:buClr>
              <a:buSzPct val="100000"/>
              <a:buNone/>
            </a:pPr>
            <a:r>
              <a:rPr lang="es-PE" b="1" noProof="0" dirty="0"/>
              <a:t>Data implícita necesaria para establecer la relación:</a:t>
            </a:r>
            <a:endParaRPr lang="es-PE" noProof="0" dirty="0"/>
          </a:p>
          <a:p>
            <a:pPr marL="342900" indent="-342900">
              <a:spcBef>
                <a:spcPts val="448"/>
              </a:spcBef>
              <a:buClr>
                <a:schemeClr val="dk1"/>
              </a:buClr>
              <a:buSzPct val="100000"/>
              <a:buFont typeface="Calibri"/>
              <a:buChar char="-"/>
            </a:pPr>
            <a:r>
              <a:rPr lang="es-PE" noProof="0" dirty="0"/>
              <a:t>La continuidad de Mardones en su labor por 15 años es señal de su buen desempeño como docente de Filosofía Política. </a:t>
            </a:r>
          </a:p>
          <a:p>
            <a:pPr marL="342900" indent="-342900">
              <a:spcBef>
                <a:spcPts val="448"/>
              </a:spcBef>
              <a:buClr>
                <a:schemeClr val="dk1"/>
              </a:buClr>
              <a:buSzPct val="100000"/>
              <a:buFont typeface="Calibri"/>
              <a:buChar char="-"/>
            </a:pPr>
            <a:r>
              <a:rPr lang="es-PE" noProof="0" dirty="0"/>
              <a:t>En tantos años, las circunstancias enfrentan al individuo con diversos escenarios: las circunstancias variaron pero él siguió desempeñándose bien en su labor. </a:t>
            </a:r>
          </a:p>
          <a:p>
            <a:pPr marL="342900" indent="-342900">
              <a:spcBef>
                <a:spcPts val="448"/>
              </a:spcBef>
              <a:buClr>
                <a:schemeClr val="dk1"/>
              </a:buClr>
              <a:buSzPct val="100000"/>
              <a:buFont typeface="Calibri"/>
              <a:buChar char="-"/>
            </a:pPr>
            <a:r>
              <a:rPr lang="es-PE" noProof="0" dirty="0"/>
              <a:t>El reconocimiento de quienes están expuestos a su desempeño docente es particularmente relevante para determinar en qué cualidad sobresale Mardones.</a:t>
            </a:r>
          </a:p>
          <a:p>
            <a:pPr marL="342900" indent="-342900">
              <a:spcBef>
                <a:spcPts val="448"/>
              </a:spcBef>
              <a:buClr>
                <a:schemeClr val="dk1"/>
              </a:buClr>
              <a:buSzPct val="100000"/>
              <a:buFont typeface="Calibri"/>
              <a:buChar char="-"/>
            </a:pPr>
            <a:r>
              <a:rPr lang="es-PE" noProof="0" dirty="0"/>
              <a:t>Una evidencia con consistencia histórica es más valiosa que una evidencia esporádica.</a:t>
            </a:r>
          </a:p>
          <a:p>
            <a:pPr marL="342900" indent="-342900">
              <a:spcBef>
                <a:spcPts val="448"/>
              </a:spcBef>
              <a:buClr>
                <a:schemeClr val="dk1"/>
              </a:buClr>
              <a:buSzPct val="100000"/>
              <a:buFont typeface="Calibri"/>
              <a:buChar char="-"/>
            </a:pPr>
            <a:r>
              <a:rPr lang="es-PE" noProof="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s-PE" noProof="0" dirty="0"/>
              <a:t>Análisis de un argumento causal</a:t>
            </a:r>
          </a:p>
        </p:txBody>
      </p:sp>
      <p:sp>
        <p:nvSpPr>
          <p:cNvPr id="243" name="Google Shape;243;p27"/>
          <p:cNvSpPr txBox="1">
            <a:spLocks noGrp="1"/>
          </p:cNvSpPr>
          <p:nvPr>
            <p:ph type="body" idx="1"/>
          </p:nvPr>
        </p:nvSpPr>
        <p:spPr>
          <a:xfrm>
            <a:off x="1981200" y="1577341"/>
            <a:ext cx="9368790" cy="4525963"/>
          </a:xfrm>
          <a:prstGeom prst="rect">
            <a:avLst/>
          </a:prstGeom>
          <a:noFill/>
          <a:ln>
            <a:noFill/>
          </a:ln>
        </p:spPr>
        <p:txBody>
          <a:bodyPr spcFirstLastPara="1" vert="horz" wrap="square" lIns="91425" tIns="45700" rIns="91425" bIns="45700" rtlCol="0" anchor="t" anchorCtr="0">
            <a:normAutofit/>
          </a:bodyPr>
          <a:lstStyle/>
          <a:p>
            <a:pPr marL="0" indent="0">
              <a:spcBef>
                <a:spcPts val="640"/>
              </a:spcBef>
              <a:buClr>
                <a:schemeClr val="dk1"/>
              </a:buClr>
              <a:buSzPts val="3200"/>
              <a:buNone/>
            </a:pPr>
            <a:r>
              <a:rPr lang="es-PE" b="1" noProof="0" dirty="0"/>
              <a:t>¿</a:t>
            </a:r>
            <a:r>
              <a:rPr lang="es-PE" b="1" dirty="0"/>
              <a:t>Qué otros factores podrían explicar E</a:t>
            </a:r>
            <a:r>
              <a:rPr lang="es-PE" b="1" noProof="0" dirty="0"/>
              <a:t>?</a:t>
            </a:r>
          </a:p>
          <a:p>
            <a:pPr>
              <a:spcBef>
                <a:spcPts val="640"/>
              </a:spcBef>
              <a:buClr>
                <a:schemeClr val="dk1"/>
              </a:buClr>
              <a:buSzPts val="3200"/>
              <a:buFont typeface="Wingdings" panose="05000000000000000000" pitchFamily="2" charset="2"/>
              <a:buChar char="Ø"/>
            </a:pPr>
            <a:r>
              <a:rPr lang="es-PE" dirty="0"/>
              <a:t>Deficiencia en las habilidades comunicativas de Mardones</a:t>
            </a:r>
          </a:p>
          <a:p>
            <a:pPr>
              <a:spcBef>
                <a:spcPts val="640"/>
              </a:spcBef>
              <a:buClr>
                <a:schemeClr val="dk1"/>
              </a:buClr>
              <a:buSzPts val="3200"/>
              <a:buFont typeface="Wingdings" panose="05000000000000000000" pitchFamily="2" charset="2"/>
              <a:buChar char="Ø"/>
            </a:pPr>
            <a:r>
              <a:rPr lang="es-PE" noProof="0" dirty="0"/>
              <a:t>Desconocimiento de Mardones del tema que dictaba</a:t>
            </a:r>
          </a:p>
          <a:p>
            <a:pPr>
              <a:spcBef>
                <a:spcPts val="640"/>
              </a:spcBef>
              <a:buClr>
                <a:schemeClr val="dk1"/>
              </a:buClr>
              <a:buSzPts val="3200"/>
              <a:buFont typeface="Wingdings" panose="05000000000000000000" pitchFamily="2" charset="2"/>
              <a:buChar char="Ø"/>
            </a:pPr>
            <a:r>
              <a:rPr lang="es-PE" dirty="0"/>
              <a:t>Falta de preparación de Mardones para dictar clases</a:t>
            </a:r>
          </a:p>
          <a:p>
            <a:pPr marL="0" indent="0">
              <a:spcBef>
                <a:spcPts val="640"/>
              </a:spcBef>
              <a:buClr>
                <a:schemeClr val="dk1"/>
              </a:buClr>
              <a:buSzPts val="3200"/>
              <a:buNone/>
            </a:pPr>
            <a:endParaRPr lang="es-PE" dirty="0"/>
          </a:p>
          <a:p>
            <a:pPr>
              <a:spcBef>
                <a:spcPts val="640"/>
              </a:spcBef>
              <a:buClr>
                <a:schemeClr val="dk1"/>
              </a:buClr>
              <a:buSzPts val="3200"/>
            </a:pPr>
            <a:r>
              <a:rPr lang="es-PE" b="1" dirty="0"/>
              <a:t>¿Alguno tiene mayor poder explicativo que C?</a:t>
            </a:r>
            <a:endParaRPr lang="es-PE" b="1" noProof="0" dirty="0"/>
          </a:p>
          <a:p>
            <a:pPr>
              <a:spcBef>
                <a:spcPts val="640"/>
              </a:spcBef>
              <a:buClr>
                <a:schemeClr val="dk1"/>
              </a:buClr>
              <a:buSzPts val="3200"/>
            </a:pPr>
            <a:r>
              <a:rPr lang="es-PE" b="1" noProof="0" dirty="0"/>
              <a:t>¿Alguno es más plausible que C?</a:t>
            </a:r>
          </a:p>
          <a:p>
            <a:pPr>
              <a:spcBef>
                <a:spcPts val="640"/>
              </a:spcBef>
              <a:buClr>
                <a:schemeClr val="dk1"/>
              </a:buClr>
              <a:buSzPts val="3200"/>
            </a:pPr>
            <a:r>
              <a:rPr lang="es-PE" b="1" noProof="0" dirty="0"/>
              <a:t>¿Alguno es más simple que 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81D3E5-0758-2D7E-3571-A4AFCA52332D}"/>
              </a:ext>
            </a:extLst>
          </p:cNvPr>
          <p:cNvSpPr>
            <a:spLocks noGrp="1"/>
          </p:cNvSpPr>
          <p:nvPr>
            <p:ph type="title"/>
          </p:nvPr>
        </p:nvSpPr>
        <p:spPr/>
        <p:txBody>
          <a:bodyPr/>
          <a:lstStyle/>
          <a:p>
            <a:r>
              <a:rPr lang="es-PE" dirty="0"/>
              <a:t>Argumento 2</a:t>
            </a:r>
          </a:p>
        </p:txBody>
      </p:sp>
      <p:sp>
        <p:nvSpPr>
          <p:cNvPr id="3" name="Marcador de contenido 2">
            <a:extLst>
              <a:ext uri="{FF2B5EF4-FFF2-40B4-BE49-F238E27FC236}">
                <a16:creationId xmlns:a16="http://schemas.microsoft.com/office/drawing/2014/main" id="{F414BC82-CCBA-E605-8E29-595CE1D2458D}"/>
              </a:ext>
            </a:extLst>
          </p:cNvPr>
          <p:cNvSpPr>
            <a:spLocks noGrp="1"/>
          </p:cNvSpPr>
          <p:nvPr>
            <p:ph idx="1"/>
          </p:nvPr>
        </p:nvSpPr>
        <p:spPr/>
        <p:txBody>
          <a:bodyPr/>
          <a:lstStyle/>
          <a:p>
            <a:pPr marL="0" indent="0" algn="just">
              <a:buNone/>
            </a:pPr>
            <a:r>
              <a:rPr lang="es-ES" dirty="0"/>
              <a:t>La creación del nuevo aeropuerto Jorge Chávez ha generado una grave congestión vehicular. Siempre hay una enorme fila de taxis cerca del cruce de Faucett con Morales </a:t>
            </a:r>
            <a:r>
              <a:rPr lang="es-ES" dirty="0" err="1"/>
              <a:t>Duárez</a:t>
            </a:r>
            <a:r>
              <a:rPr lang="es-ES" dirty="0"/>
              <a:t> esperando para recoger a los pasajeros que llegan, y el exceso de tráfico a menudo se acumula en las calles aledañas. He vivido en esa zona del Callao durante años y nunca había visto retrasos de tráfico tan graves. Ahora, casi todos los días laborables, el tráfico es una pesadilla.</a:t>
            </a:r>
            <a:endParaRPr lang="es-PE" dirty="0"/>
          </a:p>
        </p:txBody>
      </p:sp>
    </p:spTree>
    <p:extLst>
      <p:ext uri="{BB962C8B-B14F-4D97-AF65-F5344CB8AC3E}">
        <p14:creationId xmlns:p14="http://schemas.microsoft.com/office/powerpoint/2010/main" val="1778915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EB9DF0-184F-0323-5CBD-406DFCBBE2A2}"/>
              </a:ext>
            </a:extLst>
          </p:cNvPr>
          <p:cNvSpPr>
            <a:spLocks noGrp="1"/>
          </p:cNvSpPr>
          <p:nvPr>
            <p:ph type="title"/>
          </p:nvPr>
        </p:nvSpPr>
        <p:spPr/>
        <p:txBody>
          <a:bodyPr/>
          <a:lstStyle/>
          <a:p>
            <a:r>
              <a:rPr lang="es-PE" dirty="0"/>
              <a:t>Argumento 3</a:t>
            </a:r>
          </a:p>
        </p:txBody>
      </p:sp>
      <p:sp>
        <p:nvSpPr>
          <p:cNvPr id="3" name="Marcador de contenido 2">
            <a:extLst>
              <a:ext uri="{FF2B5EF4-FFF2-40B4-BE49-F238E27FC236}">
                <a16:creationId xmlns:a16="http://schemas.microsoft.com/office/drawing/2014/main" id="{297114C6-1572-85A2-0F04-2F265A49146C}"/>
              </a:ext>
            </a:extLst>
          </p:cNvPr>
          <p:cNvSpPr>
            <a:spLocks noGrp="1"/>
          </p:cNvSpPr>
          <p:nvPr>
            <p:ph idx="1"/>
          </p:nvPr>
        </p:nvSpPr>
        <p:spPr/>
        <p:txBody>
          <a:bodyPr>
            <a:normAutofit fontScale="77500" lnSpcReduction="20000"/>
          </a:bodyPr>
          <a:lstStyle/>
          <a:p>
            <a:pPr marL="0" indent="0" algn="just">
              <a:buNone/>
            </a:pPr>
            <a:r>
              <a:rPr lang="es-ES" dirty="0"/>
              <a:t>El comportamiento poco ético parece bastante común en el mundo empresarial. Algunos lo atribuyen al papel que la codicia juega en la psicología humana. Otros lo atribuyen al sistema capitalista. Algunos lo atribuyen a las personas que se sienten atraídas por el mundo empresarial y creen que estas personas suelen ser personas que no fueron educadas con buenos valores. Pero, en realidad, las personas en el mundo empresarial no actúan con falta de ética más que en otros aspectos de la vida. El mundo empresarial está lleno de personas buenas y honestas. Generalmente, se dedican a su día a día, produciendo bienes y servicios de forma totalmente ética. A veces, un comportamiento empresarial que parece poco ético en realidad no lo es. Cuando una empresa despide a trabajadores, a veces lo hace para garantizar la supervivencia a largo plazo de la empresa y la continuidad del empleo del resto de su plantilla. Y cuando las empresas externalizan la fabricación a fábricas en países en desarrollo, están creando empleos muy necesarios y están haciendo algo que esos países realmente necesitan. La cantidad de comportamiento verdaderamente poco ético en los negocios parece mayor de lo que es porque los periodistas informan sobre los negocios de manera muy selectiva: solo informan sobre los peores comportamientos, y eso es todo lo que el público puede ver.</a:t>
            </a:r>
            <a:endParaRPr lang="es-PE" dirty="0"/>
          </a:p>
        </p:txBody>
      </p:sp>
    </p:spTree>
    <p:extLst>
      <p:ext uri="{BB962C8B-B14F-4D97-AF65-F5344CB8AC3E}">
        <p14:creationId xmlns:p14="http://schemas.microsoft.com/office/powerpoint/2010/main" val="2278376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25CA1A-2361-E3FE-572E-306889482C3B}"/>
              </a:ext>
            </a:extLst>
          </p:cNvPr>
          <p:cNvSpPr>
            <a:spLocks noGrp="1"/>
          </p:cNvSpPr>
          <p:nvPr>
            <p:ph type="title"/>
          </p:nvPr>
        </p:nvSpPr>
        <p:spPr/>
        <p:txBody>
          <a:bodyPr/>
          <a:lstStyle/>
          <a:p>
            <a:r>
              <a:rPr lang="es-PE" dirty="0"/>
              <a:t>Ejercicio grupal</a:t>
            </a:r>
          </a:p>
        </p:txBody>
      </p:sp>
      <p:sp>
        <p:nvSpPr>
          <p:cNvPr id="3" name="Marcador de contenido 2">
            <a:extLst>
              <a:ext uri="{FF2B5EF4-FFF2-40B4-BE49-F238E27FC236}">
                <a16:creationId xmlns:a16="http://schemas.microsoft.com/office/drawing/2014/main" id="{215B3398-A890-9D00-7B37-65FAC782C752}"/>
              </a:ext>
            </a:extLst>
          </p:cNvPr>
          <p:cNvSpPr>
            <a:spLocks noGrp="1"/>
          </p:cNvSpPr>
          <p:nvPr>
            <p:ph idx="1"/>
          </p:nvPr>
        </p:nvSpPr>
        <p:spPr/>
        <p:txBody>
          <a:bodyPr/>
          <a:lstStyle/>
          <a:p>
            <a:pPr marL="0" indent="0">
              <a:buNone/>
            </a:pPr>
            <a:r>
              <a:rPr lang="es-PE" dirty="0"/>
              <a:t>Elijan solo una de las siguientes posturas y elaboren un argumento causal para defenderla:</a:t>
            </a:r>
          </a:p>
          <a:p>
            <a:pPr marL="514350" indent="-514350">
              <a:buAutoNum type="alphaLcPeriod"/>
            </a:pPr>
            <a:r>
              <a:rPr lang="es-PE" dirty="0"/>
              <a:t>A favor de que el Estado se reduzca al mínimo: solo para salvaguardar a los ciudadanos de que sus derechos sean violados.</a:t>
            </a:r>
          </a:p>
          <a:p>
            <a:pPr marL="514350" indent="-514350">
              <a:buAutoNum type="alphaLcPeriod"/>
            </a:pPr>
            <a:r>
              <a:rPr lang="es-PE" dirty="0"/>
              <a:t>En contra de que el Estado se reduzca al mínimo: solo para salvaguardar a los ciudadanos de que sus derechos sean violados.</a:t>
            </a:r>
          </a:p>
          <a:p>
            <a:pPr marL="514350" indent="-514350">
              <a:buFont typeface="Arial" panose="020B0604020202020204" pitchFamily="34" charset="0"/>
              <a:buAutoNum type="alphaLcPeriod"/>
            </a:pPr>
            <a:endParaRPr lang="es-PE" dirty="0"/>
          </a:p>
          <a:p>
            <a:pPr marL="514350" indent="-514350">
              <a:buAutoNum type="alphaLcPeriod"/>
            </a:pPr>
            <a:endParaRPr lang="es-PE" dirty="0"/>
          </a:p>
        </p:txBody>
      </p:sp>
    </p:spTree>
    <p:extLst>
      <p:ext uri="{BB962C8B-B14F-4D97-AF65-F5344CB8AC3E}">
        <p14:creationId xmlns:p14="http://schemas.microsoft.com/office/powerpoint/2010/main" val="27219916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1424</Words>
  <Application>Microsoft Office PowerPoint</Application>
  <PresentationFormat>Widescreen</PresentationFormat>
  <Paragraphs>85</Paragraphs>
  <Slides>15</Slides>
  <Notes>10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Tema de Office</vt:lpstr>
      <vt:lpstr>Inferencia a la mejor explicación</vt:lpstr>
      <vt:lpstr>Esquema del argumento causal tipo B</vt:lpstr>
      <vt:lpstr>¿Qué condiciones debe cumplir Cj?</vt:lpstr>
      <vt:lpstr>¿Qué condiciones debe cumplir Cj?</vt:lpstr>
      <vt:lpstr>¿Cómo elegir el mejor Cj?</vt:lpstr>
      <vt:lpstr>¿Cómo elegir el mejor Cj?</vt:lpstr>
      <vt:lpstr>¿Cómo elegir el mejor Cj?</vt:lpstr>
      <vt:lpstr>Análisis de inferencias a la mejor explicación</vt:lpstr>
      <vt:lpstr>Argumento 1</vt:lpstr>
      <vt:lpstr>Análisis del argumento 1</vt:lpstr>
      <vt:lpstr>Análisis del argumento 1</vt:lpstr>
      <vt:lpstr>Análisis de un argumento causal</vt:lpstr>
      <vt:lpstr>Argumento 2</vt:lpstr>
      <vt:lpstr>Argumento 3</vt:lpstr>
      <vt:lpstr>Ejercicio grupal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Raymond Ocampo Salazar</dc:creator>
  <cp:lastModifiedBy>Raymond Ocampo Salazar</cp:lastModifiedBy>
  <cp:revision>7</cp:revision>
  <dcterms:created xsi:type="dcterms:W3CDTF">2025-09-24T04:10:46Z</dcterms:created>
  <dcterms:modified xsi:type="dcterms:W3CDTF">2025-09-30T19:17:24Z</dcterms:modified>
</cp:coreProperties>
</file>