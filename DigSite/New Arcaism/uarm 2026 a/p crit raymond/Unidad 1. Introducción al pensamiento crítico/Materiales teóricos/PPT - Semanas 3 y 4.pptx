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78" r:id="rId3"/>
    <p:sldId id="265" r:id="rId4"/>
    <p:sldId id="270" r:id="rId5"/>
    <p:sldId id="274" r:id="rId6"/>
    <p:sldId id="275" r:id="rId7"/>
    <p:sldId id="271" r:id="rId8"/>
    <p:sldId id="273" r:id="rId9"/>
    <p:sldId id="276" r:id="rId10"/>
    <p:sldId id="272" r:id="rId11"/>
    <p:sldId id="277" r:id="rId12"/>
    <p:sldId id="295" r:id="rId13"/>
    <p:sldId id="297" r:id="rId14"/>
    <p:sldId id="292" r:id="rId15"/>
    <p:sldId id="293" r:id="rId16"/>
    <p:sldId id="294" r:id="rId1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6D1FCE-0B6E-4802-ADA6-8BB11B3A859D}" v="6" dt="2025-09-12T02:50:48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55"/>
    <p:restoredTop sz="94672"/>
  </p:normalViewPr>
  <p:slideViewPr>
    <p:cSldViewPr snapToGrid="0" snapToObjects="1">
      <p:cViewPr varScale="1">
        <p:scale>
          <a:sx n="56" d="100"/>
          <a:sy n="56" d="100"/>
        </p:scale>
        <p:origin x="12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mond Ocampo Salazar" userId="S::raymond.ocampo@uarm.pe::8c5e0022-6c32-4ab7-ab0b-1a09adf74a88" providerId="AD" clId="Web-{2AC87E02-3F42-88A8-4FFD-AA3809C65863}"/>
    <pc:docChg chg="modSld">
      <pc:chgData name="Raymond Ocampo Salazar" userId="S::raymond.ocampo@uarm.pe::8c5e0022-6c32-4ab7-ab0b-1a09adf74a88" providerId="AD" clId="Web-{2AC87E02-3F42-88A8-4FFD-AA3809C65863}" dt="2025-09-10T21:50:51.678" v="6" actId="20577"/>
      <pc:docMkLst>
        <pc:docMk/>
      </pc:docMkLst>
      <pc:sldChg chg="modSp">
        <pc:chgData name="Raymond Ocampo Salazar" userId="S::raymond.ocampo@uarm.pe::8c5e0022-6c32-4ab7-ab0b-1a09adf74a88" providerId="AD" clId="Web-{2AC87E02-3F42-88A8-4FFD-AA3809C65863}" dt="2025-09-10T21:50:51.678" v="6" actId="20577"/>
        <pc:sldMkLst>
          <pc:docMk/>
          <pc:sldMk cId="1187566651" sldId="272"/>
        </pc:sldMkLst>
        <pc:spChg chg="mod">
          <ac:chgData name="Raymond Ocampo Salazar" userId="S::raymond.ocampo@uarm.pe::8c5e0022-6c32-4ab7-ab0b-1a09adf74a88" providerId="AD" clId="Web-{2AC87E02-3F42-88A8-4FFD-AA3809C65863}" dt="2025-09-10T21:50:51.678" v="6" actId="20577"/>
          <ac:spMkLst>
            <pc:docMk/>
            <pc:sldMk cId="1187566651" sldId="272"/>
            <ac:spMk id="3" creationId="{E5237243-B428-4940-BEE1-2951C34B02AF}"/>
          </ac:spMkLst>
        </pc:spChg>
      </pc:sldChg>
    </pc:docChg>
  </pc:docChgLst>
  <pc:docChgLst>
    <pc:chgData name="Raymond Ocampo Salazar" userId="8c5e0022-6c32-4ab7-ab0b-1a09adf74a88" providerId="ADAL" clId="{D99F63F4-474D-4672-96DC-B82B0CD4D21A}"/>
    <pc:docChg chg="custSel addSld delSld modSld sldOrd">
      <pc:chgData name="Raymond Ocampo Salazar" userId="8c5e0022-6c32-4ab7-ab0b-1a09adf74a88" providerId="ADAL" clId="{D99F63F4-474D-4672-96DC-B82B0CD4D21A}" dt="2025-09-12T02:54:35.828" v="2072" actId="20577"/>
      <pc:docMkLst>
        <pc:docMk/>
      </pc:docMkLst>
      <pc:sldChg chg="modSp mod">
        <pc:chgData name="Raymond Ocampo Salazar" userId="8c5e0022-6c32-4ab7-ab0b-1a09adf74a88" providerId="ADAL" clId="{D99F63F4-474D-4672-96DC-B82B0CD4D21A}" dt="2025-09-10T19:56:55.450" v="5" actId="113"/>
        <pc:sldMkLst>
          <pc:docMk/>
          <pc:sldMk cId="1252753535" sldId="271"/>
        </pc:sldMkLst>
        <pc:spChg chg="mod">
          <ac:chgData name="Raymond Ocampo Salazar" userId="8c5e0022-6c32-4ab7-ab0b-1a09adf74a88" providerId="ADAL" clId="{D99F63F4-474D-4672-96DC-B82B0CD4D21A}" dt="2025-09-10T19:56:55.450" v="5" actId="113"/>
          <ac:spMkLst>
            <pc:docMk/>
            <pc:sldMk cId="1252753535" sldId="271"/>
            <ac:spMk id="6" creationId="{A841D967-D5B0-7D52-BB69-51D172CD42D4}"/>
          </ac:spMkLst>
        </pc:spChg>
      </pc:sldChg>
      <pc:sldChg chg="modSp mod ord">
        <pc:chgData name="Raymond Ocampo Salazar" userId="8c5e0022-6c32-4ab7-ab0b-1a09adf74a88" providerId="ADAL" clId="{D99F63F4-474D-4672-96DC-B82B0CD4D21A}" dt="2025-09-10T19:56:47.452" v="3" actId="20577"/>
        <pc:sldMkLst>
          <pc:docMk/>
          <pc:sldMk cId="2069633772" sldId="273"/>
        </pc:sldMkLst>
        <pc:spChg chg="mod">
          <ac:chgData name="Raymond Ocampo Salazar" userId="8c5e0022-6c32-4ab7-ab0b-1a09adf74a88" providerId="ADAL" clId="{D99F63F4-474D-4672-96DC-B82B0CD4D21A}" dt="2025-09-10T19:56:47.452" v="3" actId="20577"/>
          <ac:spMkLst>
            <pc:docMk/>
            <pc:sldMk cId="2069633772" sldId="273"/>
            <ac:spMk id="3" creationId="{0B1DF4C8-9F0D-D693-E436-AC4ABBE87302}"/>
          </ac:spMkLst>
        </pc:spChg>
      </pc:sldChg>
      <pc:sldChg chg="modSp new mod">
        <pc:chgData name="Raymond Ocampo Salazar" userId="8c5e0022-6c32-4ab7-ab0b-1a09adf74a88" providerId="ADAL" clId="{D99F63F4-474D-4672-96DC-B82B0CD4D21A}" dt="2025-09-12T02:49:41.455" v="1431" actId="27636"/>
        <pc:sldMkLst>
          <pc:docMk/>
          <pc:sldMk cId="37986058" sldId="295"/>
        </pc:sldMkLst>
        <pc:spChg chg="mod">
          <ac:chgData name="Raymond Ocampo Salazar" userId="8c5e0022-6c32-4ab7-ab0b-1a09adf74a88" providerId="ADAL" clId="{D99F63F4-474D-4672-96DC-B82B0CD4D21A}" dt="2025-09-12T02:49:37.933" v="1429" actId="20577"/>
          <ac:spMkLst>
            <pc:docMk/>
            <pc:sldMk cId="37986058" sldId="295"/>
            <ac:spMk id="2" creationId="{2053D1E1-AF38-D3F5-6D02-FCCA5AF47169}"/>
          </ac:spMkLst>
        </pc:spChg>
        <pc:spChg chg="mod">
          <ac:chgData name="Raymond Ocampo Salazar" userId="8c5e0022-6c32-4ab7-ab0b-1a09adf74a88" providerId="ADAL" clId="{D99F63F4-474D-4672-96DC-B82B0CD4D21A}" dt="2025-09-12T02:49:41.455" v="1431" actId="27636"/>
          <ac:spMkLst>
            <pc:docMk/>
            <pc:sldMk cId="37986058" sldId="295"/>
            <ac:spMk id="3" creationId="{92B590A5-391E-DB30-80E9-B8FAC203A041}"/>
          </ac:spMkLst>
        </pc:spChg>
      </pc:sldChg>
      <pc:sldChg chg="modSp new del mod">
        <pc:chgData name="Raymond Ocampo Salazar" userId="8c5e0022-6c32-4ab7-ab0b-1a09adf74a88" providerId="ADAL" clId="{D99F63F4-474D-4672-96DC-B82B0CD4D21A}" dt="2025-09-12T02:49:46.760" v="1432" actId="47"/>
        <pc:sldMkLst>
          <pc:docMk/>
          <pc:sldMk cId="559394567" sldId="296"/>
        </pc:sldMkLst>
        <pc:spChg chg="mod">
          <ac:chgData name="Raymond Ocampo Salazar" userId="8c5e0022-6c32-4ab7-ab0b-1a09adf74a88" providerId="ADAL" clId="{D99F63F4-474D-4672-96DC-B82B0CD4D21A}" dt="2025-09-12T02:42:10.986" v="135" actId="21"/>
          <ac:spMkLst>
            <pc:docMk/>
            <pc:sldMk cId="559394567" sldId="296"/>
            <ac:spMk id="2" creationId="{D361A760-E8A4-3ED7-9E51-7D289294E242}"/>
          </ac:spMkLst>
        </pc:spChg>
      </pc:sldChg>
      <pc:sldChg chg="modSp new mod">
        <pc:chgData name="Raymond Ocampo Salazar" userId="8c5e0022-6c32-4ab7-ab0b-1a09adf74a88" providerId="ADAL" clId="{D99F63F4-474D-4672-96DC-B82B0CD4D21A}" dt="2025-09-12T02:54:35.828" v="2072" actId="20577"/>
        <pc:sldMkLst>
          <pc:docMk/>
          <pc:sldMk cId="43666529" sldId="297"/>
        </pc:sldMkLst>
        <pc:spChg chg="mod">
          <ac:chgData name="Raymond Ocampo Salazar" userId="8c5e0022-6c32-4ab7-ab0b-1a09adf74a88" providerId="ADAL" clId="{D99F63F4-474D-4672-96DC-B82B0CD4D21A}" dt="2025-09-12T02:49:56.990" v="1459" actId="20577"/>
          <ac:spMkLst>
            <pc:docMk/>
            <pc:sldMk cId="43666529" sldId="297"/>
            <ac:spMk id="2" creationId="{0CEF7B95-1441-8659-18B6-BCF84E3FC555}"/>
          </ac:spMkLst>
        </pc:spChg>
        <pc:spChg chg="mod">
          <ac:chgData name="Raymond Ocampo Salazar" userId="8c5e0022-6c32-4ab7-ab0b-1a09adf74a88" providerId="ADAL" clId="{D99F63F4-474D-4672-96DC-B82B0CD4D21A}" dt="2025-09-12T02:54:35.828" v="2072" actId="20577"/>
          <ac:spMkLst>
            <pc:docMk/>
            <pc:sldMk cId="43666529" sldId="297"/>
            <ac:spMk id="3" creationId="{E5A32309-436B-2D33-9421-CC26F9A5BE9D}"/>
          </ac:spMkLst>
        </pc:spChg>
      </pc:sldChg>
      <pc:sldChg chg="modSp new del mod">
        <pc:chgData name="Raymond Ocampo Salazar" userId="8c5e0022-6c32-4ab7-ab0b-1a09adf74a88" providerId="ADAL" clId="{D99F63F4-474D-4672-96DC-B82B0CD4D21A}" dt="2025-09-12T02:49:50.140" v="1433" actId="47"/>
        <pc:sldMkLst>
          <pc:docMk/>
          <pc:sldMk cId="1512460670" sldId="298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CB58E7-9E19-46DC-99DC-4DBCFA2854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60A1ECA-F78E-49FE-91C6-22A6D74DF7B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1. Humildad intelectual: </a:t>
          </a:r>
          <a:r>
            <a:rPr lang="es-ES"/>
            <a:t>reconocimiento de los límites del propio conocimiento, así como de los posibles fallos en el razonamiento propio</a:t>
          </a:r>
          <a:endParaRPr lang="en-US"/>
        </a:p>
      </dgm:t>
    </dgm:pt>
    <dgm:pt modelId="{35BE5B67-28E7-4468-B8D7-6726301CC047}" type="parTrans" cxnId="{1EFF7B86-1CEB-48E9-9E69-06E6011A3B10}">
      <dgm:prSet/>
      <dgm:spPr/>
      <dgm:t>
        <a:bodyPr/>
        <a:lstStyle/>
        <a:p>
          <a:endParaRPr lang="en-US"/>
        </a:p>
      </dgm:t>
    </dgm:pt>
    <dgm:pt modelId="{7398F76A-BA2B-49C7-B401-10B4CE6BAAB8}" type="sibTrans" cxnId="{1EFF7B86-1CEB-48E9-9E69-06E6011A3B10}">
      <dgm:prSet/>
      <dgm:spPr/>
      <dgm:t>
        <a:bodyPr/>
        <a:lstStyle/>
        <a:p>
          <a:endParaRPr lang="en-US"/>
        </a:p>
      </dgm:t>
    </dgm:pt>
    <dgm:pt modelId="{34A91006-14DA-40C4-A28B-2C75CC226E13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2. Coraje intelectual:</a:t>
          </a:r>
          <a:r>
            <a:rPr lang="es-ES"/>
            <a:t> capacidad de defender las creencias propias con confianza y no aceptar pasivamente lo que le dicen que es verdad, incluso frente a la presión social</a:t>
          </a:r>
          <a:endParaRPr lang="en-US"/>
        </a:p>
      </dgm:t>
    </dgm:pt>
    <dgm:pt modelId="{3DA9FF28-FFD9-41C4-B783-EC1D3BA685E1}" type="parTrans" cxnId="{D945E678-B7EE-44F9-856E-37FB38B1DF87}">
      <dgm:prSet/>
      <dgm:spPr/>
      <dgm:t>
        <a:bodyPr/>
        <a:lstStyle/>
        <a:p>
          <a:endParaRPr lang="en-US"/>
        </a:p>
      </dgm:t>
    </dgm:pt>
    <dgm:pt modelId="{01E507FF-503F-4FB3-8B5D-E2C4342E8097}" type="sibTrans" cxnId="{D945E678-B7EE-44F9-856E-37FB38B1DF87}">
      <dgm:prSet/>
      <dgm:spPr/>
      <dgm:t>
        <a:bodyPr/>
        <a:lstStyle/>
        <a:p>
          <a:endParaRPr lang="en-US"/>
        </a:p>
      </dgm:t>
    </dgm:pt>
    <dgm:pt modelId="{C1B996FB-D8BD-4929-B26C-DCAF38555DC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3. Empatía intelectual:</a:t>
          </a:r>
          <a:r>
            <a:rPr lang="es-ES"/>
            <a:t> voluntad de ponerse en la mente de los demás para comprender mejor sus posiciones</a:t>
          </a:r>
          <a:endParaRPr lang="en-US"/>
        </a:p>
      </dgm:t>
    </dgm:pt>
    <dgm:pt modelId="{64DDE0F1-8615-4860-A3A7-F0F7BC8C3D09}" type="parTrans" cxnId="{8EC43647-5D93-4528-8FA4-07947C04221C}">
      <dgm:prSet/>
      <dgm:spPr/>
      <dgm:t>
        <a:bodyPr/>
        <a:lstStyle/>
        <a:p>
          <a:endParaRPr lang="en-US"/>
        </a:p>
      </dgm:t>
    </dgm:pt>
    <dgm:pt modelId="{5B651A95-FAAB-44D8-96DF-FD24385AB3CE}" type="sibTrans" cxnId="{8EC43647-5D93-4528-8FA4-07947C04221C}">
      <dgm:prSet/>
      <dgm:spPr/>
      <dgm:t>
        <a:bodyPr/>
        <a:lstStyle/>
        <a:p>
          <a:endParaRPr lang="en-US"/>
        </a:p>
      </dgm:t>
    </dgm:pt>
    <dgm:pt modelId="{8D3BCE65-F8EB-47D3-9F81-5E9C7AE6C212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4. Autonomía intelectual:</a:t>
          </a:r>
          <a:r>
            <a:rPr lang="es-ES"/>
            <a:t> pensar por sí mismo, manteniendo el control sobre su propio razonamiento</a:t>
          </a:r>
          <a:endParaRPr lang="en-US"/>
        </a:p>
      </dgm:t>
    </dgm:pt>
    <dgm:pt modelId="{223D4F13-18F1-4B89-A2EA-E452C4D83CE8}" type="parTrans" cxnId="{9AA528D4-C22D-45E5-8F20-082CECE245BC}">
      <dgm:prSet/>
      <dgm:spPr/>
      <dgm:t>
        <a:bodyPr/>
        <a:lstStyle/>
        <a:p>
          <a:endParaRPr lang="en-US"/>
        </a:p>
      </dgm:t>
    </dgm:pt>
    <dgm:pt modelId="{34971B96-07E9-49B2-B31A-BBA01007B8E9}" type="sibTrans" cxnId="{9AA528D4-C22D-45E5-8F20-082CECE245BC}">
      <dgm:prSet/>
      <dgm:spPr/>
      <dgm:t>
        <a:bodyPr/>
        <a:lstStyle/>
        <a:p>
          <a:endParaRPr lang="en-US"/>
        </a:p>
      </dgm:t>
    </dgm:pt>
    <dgm:pt modelId="{D213532D-50C7-44C3-B6DD-CA68B803B15D}" type="pres">
      <dgm:prSet presAssocID="{61CB58E7-9E19-46DC-99DC-4DBCFA285467}" presName="root" presStyleCnt="0">
        <dgm:presLayoutVars>
          <dgm:dir/>
          <dgm:resizeHandles val="exact"/>
        </dgm:presLayoutVars>
      </dgm:prSet>
      <dgm:spPr/>
    </dgm:pt>
    <dgm:pt modelId="{4911F05C-429B-410A-AB25-B1CA52C03769}" type="pres">
      <dgm:prSet presAssocID="{060A1ECA-F78E-49FE-91C6-22A6D74DF7B4}" presName="compNode" presStyleCnt="0"/>
      <dgm:spPr/>
    </dgm:pt>
    <dgm:pt modelId="{4E3773A8-068D-4FBD-A78E-6A1B838BAC89}" type="pres">
      <dgm:prSet presAssocID="{060A1ECA-F78E-49FE-91C6-22A6D74DF7B4}" presName="bgRect" presStyleLbl="bgShp" presStyleIdx="0" presStyleCnt="4"/>
      <dgm:spPr/>
    </dgm:pt>
    <dgm:pt modelId="{02C5CD1C-4D42-42DD-AB7F-621F45EFC1BA}" type="pres">
      <dgm:prSet presAssocID="{060A1ECA-F78E-49FE-91C6-22A6D74DF7B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6351D89-056C-40F9-A8FD-DC243F9BF249}" type="pres">
      <dgm:prSet presAssocID="{060A1ECA-F78E-49FE-91C6-22A6D74DF7B4}" presName="spaceRect" presStyleCnt="0"/>
      <dgm:spPr/>
    </dgm:pt>
    <dgm:pt modelId="{880C619C-AFFC-4A90-ADCE-733BB09896AC}" type="pres">
      <dgm:prSet presAssocID="{060A1ECA-F78E-49FE-91C6-22A6D74DF7B4}" presName="parTx" presStyleLbl="revTx" presStyleIdx="0" presStyleCnt="4">
        <dgm:presLayoutVars>
          <dgm:chMax val="0"/>
          <dgm:chPref val="0"/>
        </dgm:presLayoutVars>
      </dgm:prSet>
      <dgm:spPr/>
    </dgm:pt>
    <dgm:pt modelId="{B646FFCF-7E77-41D2-B2B4-169B9D131208}" type="pres">
      <dgm:prSet presAssocID="{7398F76A-BA2B-49C7-B401-10B4CE6BAAB8}" presName="sibTrans" presStyleCnt="0"/>
      <dgm:spPr/>
    </dgm:pt>
    <dgm:pt modelId="{11658846-4B10-4ECB-9F4F-1D5D1B109733}" type="pres">
      <dgm:prSet presAssocID="{34A91006-14DA-40C4-A28B-2C75CC226E13}" presName="compNode" presStyleCnt="0"/>
      <dgm:spPr/>
    </dgm:pt>
    <dgm:pt modelId="{BD92E8D8-6A6F-4172-AFF7-FCDF40EA72C4}" type="pres">
      <dgm:prSet presAssocID="{34A91006-14DA-40C4-A28B-2C75CC226E13}" presName="bgRect" presStyleLbl="bgShp" presStyleIdx="1" presStyleCnt="4"/>
      <dgm:spPr/>
    </dgm:pt>
    <dgm:pt modelId="{38E793BB-D47D-403B-A00F-6AC8CDE99A6B}" type="pres">
      <dgm:prSet presAssocID="{34A91006-14DA-40C4-A28B-2C75CC226E1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itán"/>
        </a:ext>
      </dgm:extLst>
    </dgm:pt>
    <dgm:pt modelId="{13A11710-0246-46DE-86D6-85715D325D7F}" type="pres">
      <dgm:prSet presAssocID="{34A91006-14DA-40C4-A28B-2C75CC226E13}" presName="spaceRect" presStyleCnt="0"/>
      <dgm:spPr/>
    </dgm:pt>
    <dgm:pt modelId="{0A5C8B8F-F362-4065-8A97-876D41D62B2A}" type="pres">
      <dgm:prSet presAssocID="{34A91006-14DA-40C4-A28B-2C75CC226E13}" presName="parTx" presStyleLbl="revTx" presStyleIdx="1" presStyleCnt="4">
        <dgm:presLayoutVars>
          <dgm:chMax val="0"/>
          <dgm:chPref val="0"/>
        </dgm:presLayoutVars>
      </dgm:prSet>
      <dgm:spPr/>
    </dgm:pt>
    <dgm:pt modelId="{693A1ED5-D693-4A0E-B870-EA93236725EA}" type="pres">
      <dgm:prSet presAssocID="{01E507FF-503F-4FB3-8B5D-E2C4342E8097}" presName="sibTrans" presStyleCnt="0"/>
      <dgm:spPr/>
    </dgm:pt>
    <dgm:pt modelId="{7715A3A0-94E3-4C9F-A2FF-08D573A2B5D4}" type="pres">
      <dgm:prSet presAssocID="{C1B996FB-D8BD-4929-B26C-DCAF38555DCA}" presName="compNode" presStyleCnt="0"/>
      <dgm:spPr/>
    </dgm:pt>
    <dgm:pt modelId="{1ADAF7E3-1515-45C2-8A97-3F63FE72C296}" type="pres">
      <dgm:prSet presAssocID="{C1B996FB-D8BD-4929-B26C-DCAF38555DCA}" presName="bgRect" presStyleLbl="bgShp" presStyleIdx="2" presStyleCnt="4"/>
      <dgm:spPr/>
    </dgm:pt>
    <dgm:pt modelId="{DDFB55CC-C1F6-44B9-8FF2-560EBC880156}" type="pres">
      <dgm:prSet presAssocID="{C1B996FB-D8BD-4929-B26C-DCAF38555DC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FC2E025D-08F7-4DAC-8F6B-17754B6A2515}" type="pres">
      <dgm:prSet presAssocID="{C1B996FB-D8BD-4929-B26C-DCAF38555DCA}" presName="spaceRect" presStyleCnt="0"/>
      <dgm:spPr/>
    </dgm:pt>
    <dgm:pt modelId="{B2219587-ECBF-41D4-AE96-24B40D93E088}" type="pres">
      <dgm:prSet presAssocID="{C1B996FB-D8BD-4929-B26C-DCAF38555DCA}" presName="parTx" presStyleLbl="revTx" presStyleIdx="2" presStyleCnt="4">
        <dgm:presLayoutVars>
          <dgm:chMax val="0"/>
          <dgm:chPref val="0"/>
        </dgm:presLayoutVars>
      </dgm:prSet>
      <dgm:spPr/>
    </dgm:pt>
    <dgm:pt modelId="{72C7137C-4F1E-4358-BAD1-BBE1315C9A88}" type="pres">
      <dgm:prSet presAssocID="{5B651A95-FAAB-44D8-96DF-FD24385AB3CE}" presName="sibTrans" presStyleCnt="0"/>
      <dgm:spPr/>
    </dgm:pt>
    <dgm:pt modelId="{94778EE5-3E89-4B68-BD81-E046009D1F09}" type="pres">
      <dgm:prSet presAssocID="{8D3BCE65-F8EB-47D3-9F81-5E9C7AE6C212}" presName="compNode" presStyleCnt="0"/>
      <dgm:spPr/>
    </dgm:pt>
    <dgm:pt modelId="{38D1E0DF-6D07-44BD-B38A-47836EA27240}" type="pres">
      <dgm:prSet presAssocID="{8D3BCE65-F8EB-47D3-9F81-5E9C7AE6C212}" presName="bgRect" presStyleLbl="bgShp" presStyleIdx="3" presStyleCnt="4"/>
      <dgm:spPr/>
    </dgm:pt>
    <dgm:pt modelId="{89D7B683-8398-43BE-A386-A88A169E141A}" type="pres">
      <dgm:prSet presAssocID="{8D3BCE65-F8EB-47D3-9F81-5E9C7AE6C21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C709306-1AC8-4E3F-8BBC-CA270B7D39B2}" type="pres">
      <dgm:prSet presAssocID="{8D3BCE65-F8EB-47D3-9F81-5E9C7AE6C212}" presName="spaceRect" presStyleCnt="0"/>
      <dgm:spPr/>
    </dgm:pt>
    <dgm:pt modelId="{CC27F694-44C3-4D51-B919-5833B8AF9E98}" type="pres">
      <dgm:prSet presAssocID="{8D3BCE65-F8EB-47D3-9F81-5E9C7AE6C21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EAE931C-7753-4622-8367-B805FBA53AE5}" type="presOf" srcId="{8D3BCE65-F8EB-47D3-9F81-5E9C7AE6C212}" destId="{CC27F694-44C3-4D51-B919-5833B8AF9E98}" srcOrd="0" destOrd="0" presId="urn:microsoft.com/office/officeart/2018/2/layout/IconVerticalSolidList"/>
    <dgm:cxn modelId="{8EC43647-5D93-4528-8FA4-07947C04221C}" srcId="{61CB58E7-9E19-46DC-99DC-4DBCFA285467}" destId="{C1B996FB-D8BD-4929-B26C-DCAF38555DCA}" srcOrd="2" destOrd="0" parTransId="{64DDE0F1-8615-4860-A3A7-F0F7BC8C3D09}" sibTransId="{5B651A95-FAAB-44D8-96DF-FD24385AB3CE}"/>
    <dgm:cxn modelId="{A204E747-D793-4C71-8934-9660B2C54CA8}" type="presOf" srcId="{C1B996FB-D8BD-4929-B26C-DCAF38555DCA}" destId="{B2219587-ECBF-41D4-AE96-24B40D93E088}" srcOrd="0" destOrd="0" presId="urn:microsoft.com/office/officeart/2018/2/layout/IconVerticalSolidList"/>
    <dgm:cxn modelId="{5F574669-5110-4E43-A012-E78C80376A40}" type="presOf" srcId="{61CB58E7-9E19-46DC-99DC-4DBCFA285467}" destId="{D213532D-50C7-44C3-B6DD-CA68B803B15D}" srcOrd="0" destOrd="0" presId="urn:microsoft.com/office/officeart/2018/2/layout/IconVerticalSolidList"/>
    <dgm:cxn modelId="{FE299672-501F-469E-BB51-24676AF707CC}" type="presOf" srcId="{34A91006-14DA-40C4-A28B-2C75CC226E13}" destId="{0A5C8B8F-F362-4065-8A97-876D41D62B2A}" srcOrd="0" destOrd="0" presId="urn:microsoft.com/office/officeart/2018/2/layout/IconVerticalSolidList"/>
    <dgm:cxn modelId="{D945E678-B7EE-44F9-856E-37FB38B1DF87}" srcId="{61CB58E7-9E19-46DC-99DC-4DBCFA285467}" destId="{34A91006-14DA-40C4-A28B-2C75CC226E13}" srcOrd="1" destOrd="0" parTransId="{3DA9FF28-FFD9-41C4-B783-EC1D3BA685E1}" sibTransId="{01E507FF-503F-4FB3-8B5D-E2C4342E8097}"/>
    <dgm:cxn modelId="{1EFF7B86-1CEB-48E9-9E69-06E6011A3B10}" srcId="{61CB58E7-9E19-46DC-99DC-4DBCFA285467}" destId="{060A1ECA-F78E-49FE-91C6-22A6D74DF7B4}" srcOrd="0" destOrd="0" parTransId="{35BE5B67-28E7-4468-B8D7-6726301CC047}" sibTransId="{7398F76A-BA2B-49C7-B401-10B4CE6BAAB8}"/>
    <dgm:cxn modelId="{9AA528D4-C22D-45E5-8F20-082CECE245BC}" srcId="{61CB58E7-9E19-46DC-99DC-4DBCFA285467}" destId="{8D3BCE65-F8EB-47D3-9F81-5E9C7AE6C212}" srcOrd="3" destOrd="0" parTransId="{223D4F13-18F1-4B89-A2EA-E452C4D83CE8}" sibTransId="{34971B96-07E9-49B2-B31A-BBA01007B8E9}"/>
    <dgm:cxn modelId="{DE1ED4E1-9EE0-40FF-9C09-728544BD59BC}" type="presOf" srcId="{060A1ECA-F78E-49FE-91C6-22A6D74DF7B4}" destId="{880C619C-AFFC-4A90-ADCE-733BB09896AC}" srcOrd="0" destOrd="0" presId="urn:microsoft.com/office/officeart/2018/2/layout/IconVerticalSolidList"/>
    <dgm:cxn modelId="{77ABD15A-D4C3-4E60-AC6A-825471E67BF6}" type="presParOf" srcId="{D213532D-50C7-44C3-B6DD-CA68B803B15D}" destId="{4911F05C-429B-410A-AB25-B1CA52C03769}" srcOrd="0" destOrd="0" presId="urn:microsoft.com/office/officeart/2018/2/layout/IconVerticalSolidList"/>
    <dgm:cxn modelId="{87B054DA-76F0-40F1-A4F9-EFA0FA54B42B}" type="presParOf" srcId="{4911F05C-429B-410A-AB25-B1CA52C03769}" destId="{4E3773A8-068D-4FBD-A78E-6A1B838BAC89}" srcOrd="0" destOrd="0" presId="urn:microsoft.com/office/officeart/2018/2/layout/IconVerticalSolidList"/>
    <dgm:cxn modelId="{7BE9E80D-EE24-4E23-8691-3DA62A4C1D01}" type="presParOf" srcId="{4911F05C-429B-410A-AB25-B1CA52C03769}" destId="{02C5CD1C-4D42-42DD-AB7F-621F45EFC1BA}" srcOrd="1" destOrd="0" presId="urn:microsoft.com/office/officeart/2018/2/layout/IconVerticalSolidList"/>
    <dgm:cxn modelId="{E79ACDBA-0158-4C7E-ACBA-F5F28F24CB98}" type="presParOf" srcId="{4911F05C-429B-410A-AB25-B1CA52C03769}" destId="{06351D89-056C-40F9-A8FD-DC243F9BF249}" srcOrd="2" destOrd="0" presId="urn:microsoft.com/office/officeart/2018/2/layout/IconVerticalSolidList"/>
    <dgm:cxn modelId="{331E6278-EFB9-4C63-81E6-9565A0AEE7B1}" type="presParOf" srcId="{4911F05C-429B-410A-AB25-B1CA52C03769}" destId="{880C619C-AFFC-4A90-ADCE-733BB09896AC}" srcOrd="3" destOrd="0" presId="urn:microsoft.com/office/officeart/2018/2/layout/IconVerticalSolidList"/>
    <dgm:cxn modelId="{3E238964-0F67-49B3-BB40-14C2033E7EE7}" type="presParOf" srcId="{D213532D-50C7-44C3-B6DD-CA68B803B15D}" destId="{B646FFCF-7E77-41D2-B2B4-169B9D131208}" srcOrd="1" destOrd="0" presId="urn:microsoft.com/office/officeart/2018/2/layout/IconVerticalSolidList"/>
    <dgm:cxn modelId="{838ABCC1-1BDC-41A4-B274-DED24F7D1B64}" type="presParOf" srcId="{D213532D-50C7-44C3-B6DD-CA68B803B15D}" destId="{11658846-4B10-4ECB-9F4F-1D5D1B109733}" srcOrd="2" destOrd="0" presId="urn:microsoft.com/office/officeart/2018/2/layout/IconVerticalSolidList"/>
    <dgm:cxn modelId="{F3446D04-0784-4666-9673-838341550A05}" type="presParOf" srcId="{11658846-4B10-4ECB-9F4F-1D5D1B109733}" destId="{BD92E8D8-6A6F-4172-AFF7-FCDF40EA72C4}" srcOrd="0" destOrd="0" presId="urn:microsoft.com/office/officeart/2018/2/layout/IconVerticalSolidList"/>
    <dgm:cxn modelId="{509041B0-5C78-433C-BD6B-85DDF464615A}" type="presParOf" srcId="{11658846-4B10-4ECB-9F4F-1D5D1B109733}" destId="{38E793BB-D47D-403B-A00F-6AC8CDE99A6B}" srcOrd="1" destOrd="0" presId="urn:microsoft.com/office/officeart/2018/2/layout/IconVerticalSolidList"/>
    <dgm:cxn modelId="{DE094A30-DA8C-4F02-A9EF-B88CAA28E975}" type="presParOf" srcId="{11658846-4B10-4ECB-9F4F-1D5D1B109733}" destId="{13A11710-0246-46DE-86D6-85715D325D7F}" srcOrd="2" destOrd="0" presId="urn:microsoft.com/office/officeart/2018/2/layout/IconVerticalSolidList"/>
    <dgm:cxn modelId="{65E80BD1-7B3A-4013-9ADF-08B465579A86}" type="presParOf" srcId="{11658846-4B10-4ECB-9F4F-1D5D1B109733}" destId="{0A5C8B8F-F362-4065-8A97-876D41D62B2A}" srcOrd="3" destOrd="0" presId="urn:microsoft.com/office/officeart/2018/2/layout/IconVerticalSolidList"/>
    <dgm:cxn modelId="{54C13A5E-1A0F-425E-B22A-28182C9807DD}" type="presParOf" srcId="{D213532D-50C7-44C3-B6DD-CA68B803B15D}" destId="{693A1ED5-D693-4A0E-B870-EA93236725EA}" srcOrd="3" destOrd="0" presId="urn:microsoft.com/office/officeart/2018/2/layout/IconVerticalSolidList"/>
    <dgm:cxn modelId="{0E9103DD-91E2-41F0-BE5D-CA7904EEBE50}" type="presParOf" srcId="{D213532D-50C7-44C3-B6DD-CA68B803B15D}" destId="{7715A3A0-94E3-4C9F-A2FF-08D573A2B5D4}" srcOrd="4" destOrd="0" presId="urn:microsoft.com/office/officeart/2018/2/layout/IconVerticalSolidList"/>
    <dgm:cxn modelId="{DB7C6888-98C9-450A-9D3F-5D91BB2F6A64}" type="presParOf" srcId="{7715A3A0-94E3-4C9F-A2FF-08D573A2B5D4}" destId="{1ADAF7E3-1515-45C2-8A97-3F63FE72C296}" srcOrd="0" destOrd="0" presId="urn:microsoft.com/office/officeart/2018/2/layout/IconVerticalSolidList"/>
    <dgm:cxn modelId="{4142445A-8D19-4A37-9433-9687C7163545}" type="presParOf" srcId="{7715A3A0-94E3-4C9F-A2FF-08D573A2B5D4}" destId="{DDFB55CC-C1F6-44B9-8FF2-560EBC880156}" srcOrd="1" destOrd="0" presId="urn:microsoft.com/office/officeart/2018/2/layout/IconVerticalSolidList"/>
    <dgm:cxn modelId="{31851BDB-E321-4E2D-BAE7-B3AFC4EC7C8B}" type="presParOf" srcId="{7715A3A0-94E3-4C9F-A2FF-08D573A2B5D4}" destId="{FC2E025D-08F7-4DAC-8F6B-17754B6A2515}" srcOrd="2" destOrd="0" presId="urn:microsoft.com/office/officeart/2018/2/layout/IconVerticalSolidList"/>
    <dgm:cxn modelId="{9EF62E6C-54F2-4A75-8418-E225D9545D1D}" type="presParOf" srcId="{7715A3A0-94E3-4C9F-A2FF-08D573A2B5D4}" destId="{B2219587-ECBF-41D4-AE96-24B40D93E088}" srcOrd="3" destOrd="0" presId="urn:microsoft.com/office/officeart/2018/2/layout/IconVerticalSolidList"/>
    <dgm:cxn modelId="{8C27DDC6-A4BA-431F-A3AA-D34C9493A9A6}" type="presParOf" srcId="{D213532D-50C7-44C3-B6DD-CA68B803B15D}" destId="{72C7137C-4F1E-4358-BAD1-BBE1315C9A88}" srcOrd="5" destOrd="0" presId="urn:microsoft.com/office/officeart/2018/2/layout/IconVerticalSolidList"/>
    <dgm:cxn modelId="{541C4056-F1C2-4A1A-9666-E689A82A2249}" type="presParOf" srcId="{D213532D-50C7-44C3-B6DD-CA68B803B15D}" destId="{94778EE5-3E89-4B68-BD81-E046009D1F09}" srcOrd="6" destOrd="0" presId="urn:microsoft.com/office/officeart/2018/2/layout/IconVerticalSolidList"/>
    <dgm:cxn modelId="{806066CB-544F-4A82-8CF8-C5549256CB2C}" type="presParOf" srcId="{94778EE5-3E89-4B68-BD81-E046009D1F09}" destId="{38D1E0DF-6D07-44BD-B38A-47836EA27240}" srcOrd="0" destOrd="0" presId="urn:microsoft.com/office/officeart/2018/2/layout/IconVerticalSolidList"/>
    <dgm:cxn modelId="{88E3F8CC-7AF1-40BE-B943-C27DECB9470E}" type="presParOf" srcId="{94778EE5-3E89-4B68-BD81-E046009D1F09}" destId="{89D7B683-8398-43BE-A386-A88A169E141A}" srcOrd="1" destOrd="0" presId="urn:microsoft.com/office/officeart/2018/2/layout/IconVerticalSolidList"/>
    <dgm:cxn modelId="{4E5E48FB-F63E-44F4-9873-5292BF09C64D}" type="presParOf" srcId="{94778EE5-3E89-4B68-BD81-E046009D1F09}" destId="{CC709306-1AC8-4E3F-8BBC-CA270B7D39B2}" srcOrd="2" destOrd="0" presId="urn:microsoft.com/office/officeart/2018/2/layout/IconVerticalSolidList"/>
    <dgm:cxn modelId="{515F048B-64AF-4930-BFD6-EF5360DBC7CF}" type="presParOf" srcId="{94778EE5-3E89-4B68-BD81-E046009D1F09}" destId="{CC27F694-44C3-4D51-B919-5833B8AF9E9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3D3C1B-C7C1-42D5-9F42-CFBDE680EF2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FCE733B-7920-4DB4-9957-F97B0CF3BFC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5. Integridad intelectual: </a:t>
          </a:r>
          <a:r>
            <a:rPr lang="es-ES"/>
            <a:t>capacidad de pensar y argumentar honestamente, exigiéndose a sí mismo y a los demás los mismos estándares intelectuales rigurosos, así como la voluntad de admitir cuando se está equivocado</a:t>
          </a:r>
          <a:endParaRPr lang="en-US"/>
        </a:p>
      </dgm:t>
    </dgm:pt>
    <dgm:pt modelId="{2E58CB82-29C5-45D2-8C5C-12173E8850D0}" type="parTrans" cxnId="{1F5C0DAB-5783-4AE6-BE46-C6463E9EEBB2}">
      <dgm:prSet/>
      <dgm:spPr/>
      <dgm:t>
        <a:bodyPr/>
        <a:lstStyle/>
        <a:p>
          <a:endParaRPr lang="en-US"/>
        </a:p>
      </dgm:t>
    </dgm:pt>
    <dgm:pt modelId="{3F8E2553-63EA-4E18-9424-1F69295EE2CE}" type="sibTrans" cxnId="{1F5C0DAB-5783-4AE6-BE46-C6463E9EEBB2}">
      <dgm:prSet/>
      <dgm:spPr/>
      <dgm:t>
        <a:bodyPr/>
        <a:lstStyle/>
        <a:p>
          <a:endParaRPr lang="en-US"/>
        </a:p>
      </dgm:t>
    </dgm:pt>
    <dgm:pt modelId="{07C6B952-3FCD-4E43-B8EB-B06FA106ED6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6. Perseverancia intelectual: </a:t>
          </a:r>
          <a:r>
            <a:rPr lang="es-ES"/>
            <a:t>disposición a realizar el duro trabajo intelectual necesario para superar los obstáculos con el fin de responder preguntas o defender las propias posiciones</a:t>
          </a:r>
          <a:endParaRPr lang="en-US"/>
        </a:p>
      </dgm:t>
    </dgm:pt>
    <dgm:pt modelId="{6DBBA3A7-D31C-4D2D-96B2-36494529D179}" type="parTrans" cxnId="{E0335E54-7CF6-4165-8801-B83BB9F8ABBA}">
      <dgm:prSet/>
      <dgm:spPr/>
      <dgm:t>
        <a:bodyPr/>
        <a:lstStyle/>
        <a:p>
          <a:endParaRPr lang="en-US"/>
        </a:p>
      </dgm:t>
    </dgm:pt>
    <dgm:pt modelId="{2FF749AC-4463-450F-8C0A-FC24E7BF8531}" type="sibTrans" cxnId="{E0335E54-7CF6-4165-8801-B83BB9F8ABBA}">
      <dgm:prSet/>
      <dgm:spPr/>
      <dgm:t>
        <a:bodyPr/>
        <a:lstStyle/>
        <a:p>
          <a:endParaRPr lang="en-US"/>
        </a:p>
      </dgm:t>
    </dgm:pt>
    <dgm:pt modelId="{EEF737A1-8591-4F7E-B30F-F50D84A6F0B9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7. Confianza en la razón: </a:t>
          </a:r>
          <a:r>
            <a:rPr lang="es-ES"/>
            <a:t>creencia de que, con el tiempo, a todo el mundo le conviene más adherirse a la razón como el mejor medio para adquirir conocimientos y encontrar soluciones a los problemas</a:t>
          </a:r>
          <a:endParaRPr lang="en-US"/>
        </a:p>
      </dgm:t>
    </dgm:pt>
    <dgm:pt modelId="{272CA204-313B-4F5B-8665-AA62D2F283D8}" type="parTrans" cxnId="{2A574AAB-55A4-41A1-9C27-88E92E879646}">
      <dgm:prSet/>
      <dgm:spPr/>
      <dgm:t>
        <a:bodyPr/>
        <a:lstStyle/>
        <a:p>
          <a:endParaRPr lang="en-US"/>
        </a:p>
      </dgm:t>
    </dgm:pt>
    <dgm:pt modelId="{B82FEA27-F107-4EDD-8A7F-18C0DFC661BB}" type="sibTrans" cxnId="{2A574AAB-55A4-41A1-9C27-88E92E879646}">
      <dgm:prSet/>
      <dgm:spPr/>
      <dgm:t>
        <a:bodyPr/>
        <a:lstStyle/>
        <a:p>
          <a:endParaRPr lang="en-US"/>
        </a:p>
      </dgm:t>
    </dgm:pt>
    <dgm:pt modelId="{4999A59B-D212-43F5-98CF-366DE0A0C079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8. Equidad:</a:t>
          </a:r>
          <a:r>
            <a:rPr lang="es-ES"/>
            <a:t> hacer un esfuerzo de buena fe para tratar todos los puntos de vista de manera justa, independientemente de las propias creencias, la reacción emocional a los temas que se discuten o las normas de la comunidad</a:t>
          </a:r>
          <a:endParaRPr lang="en-US"/>
        </a:p>
      </dgm:t>
    </dgm:pt>
    <dgm:pt modelId="{73908D38-9C8D-4382-B201-0C4DB7DA8EC9}" type="parTrans" cxnId="{9C6C565E-6738-43C2-A5FB-6052D1FF2D3C}">
      <dgm:prSet/>
      <dgm:spPr/>
      <dgm:t>
        <a:bodyPr/>
        <a:lstStyle/>
        <a:p>
          <a:endParaRPr lang="en-US"/>
        </a:p>
      </dgm:t>
    </dgm:pt>
    <dgm:pt modelId="{3FC567F1-9D12-4DA8-AFA2-28EFA22B890B}" type="sibTrans" cxnId="{9C6C565E-6738-43C2-A5FB-6052D1FF2D3C}">
      <dgm:prSet/>
      <dgm:spPr/>
      <dgm:t>
        <a:bodyPr/>
        <a:lstStyle/>
        <a:p>
          <a:endParaRPr lang="en-US"/>
        </a:p>
      </dgm:t>
    </dgm:pt>
    <dgm:pt modelId="{47534F26-2651-48C0-93ED-35C287D371D4}" type="pres">
      <dgm:prSet presAssocID="{B73D3C1B-C7C1-42D5-9F42-CFBDE680EF26}" presName="root" presStyleCnt="0">
        <dgm:presLayoutVars>
          <dgm:dir/>
          <dgm:resizeHandles val="exact"/>
        </dgm:presLayoutVars>
      </dgm:prSet>
      <dgm:spPr/>
    </dgm:pt>
    <dgm:pt modelId="{9A91DC45-855A-4427-BB1D-F93AC86DA7D5}" type="pres">
      <dgm:prSet presAssocID="{EFCE733B-7920-4DB4-9957-F97B0CF3BFC0}" presName="compNode" presStyleCnt="0"/>
      <dgm:spPr/>
    </dgm:pt>
    <dgm:pt modelId="{C6E26CF7-A63A-450F-925C-4A288D118EE2}" type="pres">
      <dgm:prSet presAssocID="{EFCE733B-7920-4DB4-9957-F97B0CF3BFC0}" presName="bgRect" presStyleLbl="bgShp" presStyleIdx="0" presStyleCnt="4"/>
      <dgm:spPr/>
    </dgm:pt>
    <dgm:pt modelId="{FD76EC66-9B9D-4C48-B5A9-9E6FE4255C2E}" type="pres">
      <dgm:prSet presAssocID="{EFCE733B-7920-4DB4-9957-F97B0CF3BFC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FFCDA516-485A-43CE-82C9-4A2028448DC3}" type="pres">
      <dgm:prSet presAssocID="{EFCE733B-7920-4DB4-9957-F97B0CF3BFC0}" presName="spaceRect" presStyleCnt="0"/>
      <dgm:spPr/>
    </dgm:pt>
    <dgm:pt modelId="{6F4B631E-642F-4B89-B59F-E2A15EA15724}" type="pres">
      <dgm:prSet presAssocID="{EFCE733B-7920-4DB4-9957-F97B0CF3BFC0}" presName="parTx" presStyleLbl="revTx" presStyleIdx="0" presStyleCnt="4">
        <dgm:presLayoutVars>
          <dgm:chMax val="0"/>
          <dgm:chPref val="0"/>
        </dgm:presLayoutVars>
      </dgm:prSet>
      <dgm:spPr/>
    </dgm:pt>
    <dgm:pt modelId="{9DD18CE8-7C2A-4814-9CAF-177916AECAAC}" type="pres">
      <dgm:prSet presAssocID="{3F8E2553-63EA-4E18-9424-1F69295EE2CE}" presName="sibTrans" presStyleCnt="0"/>
      <dgm:spPr/>
    </dgm:pt>
    <dgm:pt modelId="{72FB6623-5C28-4369-BB29-1F4EF447BA3E}" type="pres">
      <dgm:prSet presAssocID="{07C6B952-3FCD-4E43-B8EB-B06FA106ED66}" presName="compNode" presStyleCnt="0"/>
      <dgm:spPr/>
    </dgm:pt>
    <dgm:pt modelId="{6D2374CA-1CAD-4C2D-864C-033F2056D3B5}" type="pres">
      <dgm:prSet presAssocID="{07C6B952-3FCD-4E43-B8EB-B06FA106ED66}" presName="bgRect" presStyleLbl="bgShp" presStyleIdx="1" presStyleCnt="4"/>
      <dgm:spPr/>
    </dgm:pt>
    <dgm:pt modelId="{5532FEE1-CE91-448D-9EA4-DFB08FC52650}" type="pres">
      <dgm:prSet presAssocID="{07C6B952-3FCD-4E43-B8EB-B06FA106ED6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o"/>
        </a:ext>
      </dgm:extLst>
    </dgm:pt>
    <dgm:pt modelId="{9FC00330-9EC8-4FEE-942B-DA5CE085BD14}" type="pres">
      <dgm:prSet presAssocID="{07C6B952-3FCD-4E43-B8EB-B06FA106ED66}" presName="spaceRect" presStyleCnt="0"/>
      <dgm:spPr/>
    </dgm:pt>
    <dgm:pt modelId="{0B9093C0-D540-4E82-9B28-62D185DB5F05}" type="pres">
      <dgm:prSet presAssocID="{07C6B952-3FCD-4E43-B8EB-B06FA106ED66}" presName="parTx" presStyleLbl="revTx" presStyleIdx="1" presStyleCnt="4">
        <dgm:presLayoutVars>
          <dgm:chMax val="0"/>
          <dgm:chPref val="0"/>
        </dgm:presLayoutVars>
      </dgm:prSet>
      <dgm:spPr/>
    </dgm:pt>
    <dgm:pt modelId="{BFE5E969-875C-4420-8857-AFEB7AF1239E}" type="pres">
      <dgm:prSet presAssocID="{2FF749AC-4463-450F-8C0A-FC24E7BF8531}" presName="sibTrans" presStyleCnt="0"/>
      <dgm:spPr/>
    </dgm:pt>
    <dgm:pt modelId="{3219962C-A4C1-43F3-A6EC-AF01F0505933}" type="pres">
      <dgm:prSet presAssocID="{EEF737A1-8591-4F7E-B30F-F50D84A6F0B9}" presName="compNode" presStyleCnt="0"/>
      <dgm:spPr/>
    </dgm:pt>
    <dgm:pt modelId="{D094691A-419E-4FFB-B782-367F7FB55998}" type="pres">
      <dgm:prSet presAssocID="{EEF737A1-8591-4F7E-B30F-F50D84A6F0B9}" presName="bgRect" presStyleLbl="bgShp" presStyleIdx="2" presStyleCnt="4"/>
      <dgm:spPr/>
    </dgm:pt>
    <dgm:pt modelId="{EA2722D7-CAE8-47B9-8E49-59E423C0B5EC}" type="pres">
      <dgm:prSet presAssocID="{EEF737A1-8591-4F7E-B30F-F50D84A6F0B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ve Letter"/>
        </a:ext>
      </dgm:extLst>
    </dgm:pt>
    <dgm:pt modelId="{38F1EF6F-5D26-454D-91EE-0C478EEEFB62}" type="pres">
      <dgm:prSet presAssocID="{EEF737A1-8591-4F7E-B30F-F50D84A6F0B9}" presName="spaceRect" presStyleCnt="0"/>
      <dgm:spPr/>
    </dgm:pt>
    <dgm:pt modelId="{AC23F8DC-0DCB-41AA-A282-C11621E062F9}" type="pres">
      <dgm:prSet presAssocID="{EEF737A1-8591-4F7E-B30F-F50D84A6F0B9}" presName="parTx" presStyleLbl="revTx" presStyleIdx="2" presStyleCnt="4">
        <dgm:presLayoutVars>
          <dgm:chMax val="0"/>
          <dgm:chPref val="0"/>
        </dgm:presLayoutVars>
      </dgm:prSet>
      <dgm:spPr/>
    </dgm:pt>
    <dgm:pt modelId="{57809C55-DF5F-4C0F-8DBB-51ADB2D6A8F1}" type="pres">
      <dgm:prSet presAssocID="{B82FEA27-F107-4EDD-8A7F-18C0DFC661BB}" presName="sibTrans" presStyleCnt="0"/>
      <dgm:spPr/>
    </dgm:pt>
    <dgm:pt modelId="{539899F9-F14B-4836-BF28-3ECD862E6A86}" type="pres">
      <dgm:prSet presAssocID="{4999A59B-D212-43F5-98CF-366DE0A0C079}" presName="compNode" presStyleCnt="0"/>
      <dgm:spPr/>
    </dgm:pt>
    <dgm:pt modelId="{C0D694B7-87AA-464E-A61E-7E12E0B5C684}" type="pres">
      <dgm:prSet presAssocID="{4999A59B-D212-43F5-98CF-366DE0A0C079}" presName="bgRect" presStyleLbl="bgShp" presStyleIdx="3" presStyleCnt="4"/>
      <dgm:spPr/>
    </dgm:pt>
    <dgm:pt modelId="{942C9EE7-E0AB-47CB-B49E-77CEA26C0AF9}" type="pres">
      <dgm:prSet presAssocID="{4999A59B-D212-43F5-98CF-366DE0A0C0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43468681-87D8-4959-BA5F-697F81AB64C0}" type="pres">
      <dgm:prSet presAssocID="{4999A59B-D212-43F5-98CF-366DE0A0C079}" presName="spaceRect" presStyleCnt="0"/>
      <dgm:spPr/>
    </dgm:pt>
    <dgm:pt modelId="{F5165FAF-1906-4564-91D6-B2BDAAC8A042}" type="pres">
      <dgm:prSet presAssocID="{4999A59B-D212-43F5-98CF-366DE0A0C07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EEC3F1D-B621-4F3D-A53C-7AE5247CA4D1}" type="presOf" srcId="{B73D3C1B-C7C1-42D5-9F42-CFBDE680EF26}" destId="{47534F26-2651-48C0-93ED-35C287D371D4}" srcOrd="0" destOrd="0" presId="urn:microsoft.com/office/officeart/2018/2/layout/IconVerticalSolidList"/>
    <dgm:cxn modelId="{9C6C565E-6738-43C2-A5FB-6052D1FF2D3C}" srcId="{B73D3C1B-C7C1-42D5-9F42-CFBDE680EF26}" destId="{4999A59B-D212-43F5-98CF-366DE0A0C079}" srcOrd="3" destOrd="0" parTransId="{73908D38-9C8D-4382-B201-0C4DB7DA8EC9}" sibTransId="{3FC567F1-9D12-4DA8-AFA2-28EFA22B890B}"/>
    <dgm:cxn modelId="{09FD566F-BD88-4492-A5E3-29C94E60CCFB}" type="presOf" srcId="{07C6B952-3FCD-4E43-B8EB-B06FA106ED66}" destId="{0B9093C0-D540-4E82-9B28-62D185DB5F05}" srcOrd="0" destOrd="0" presId="urn:microsoft.com/office/officeart/2018/2/layout/IconVerticalSolidList"/>
    <dgm:cxn modelId="{E0335E54-7CF6-4165-8801-B83BB9F8ABBA}" srcId="{B73D3C1B-C7C1-42D5-9F42-CFBDE680EF26}" destId="{07C6B952-3FCD-4E43-B8EB-B06FA106ED66}" srcOrd="1" destOrd="0" parTransId="{6DBBA3A7-D31C-4D2D-96B2-36494529D179}" sibTransId="{2FF749AC-4463-450F-8C0A-FC24E7BF8531}"/>
    <dgm:cxn modelId="{1F5C0DAB-5783-4AE6-BE46-C6463E9EEBB2}" srcId="{B73D3C1B-C7C1-42D5-9F42-CFBDE680EF26}" destId="{EFCE733B-7920-4DB4-9957-F97B0CF3BFC0}" srcOrd="0" destOrd="0" parTransId="{2E58CB82-29C5-45D2-8C5C-12173E8850D0}" sibTransId="{3F8E2553-63EA-4E18-9424-1F69295EE2CE}"/>
    <dgm:cxn modelId="{2A574AAB-55A4-41A1-9C27-88E92E879646}" srcId="{B73D3C1B-C7C1-42D5-9F42-CFBDE680EF26}" destId="{EEF737A1-8591-4F7E-B30F-F50D84A6F0B9}" srcOrd="2" destOrd="0" parTransId="{272CA204-313B-4F5B-8665-AA62D2F283D8}" sibTransId="{B82FEA27-F107-4EDD-8A7F-18C0DFC661BB}"/>
    <dgm:cxn modelId="{9E8AA4AD-464E-4CA6-85E6-2AAA58FAF036}" type="presOf" srcId="{EFCE733B-7920-4DB4-9957-F97B0CF3BFC0}" destId="{6F4B631E-642F-4B89-B59F-E2A15EA15724}" srcOrd="0" destOrd="0" presId="urn:microsoft.com/office/officeart/2018/2/layout/IconVerticalSolidList"/>
    <dgm:cxn modelId="{CF7DF1DF-2E6F-483A-95ED-57368FDA6B3B}" type="presOf" srcId="{4999A59B-D212-43F5-98CF-366DE0A0C079}" destId="{F5165FAF-1906-4564-91D6-B2BDAAC8A042}" srcOrd="0" destOrd="0" presId="urn:microsoft.com/office/officeart/2018/2/layout/IconVerticalSolidList"/>
    <dgm:cxn modelId="{BB271DE4-92AC-4F40-807F-7A580700DB78}" type="presOf" srcId="{EEF737A1-8591-4F7E-B30F-F50D84A6F0B9}" destId="{AC23F8DC-0DCB-41AA-A282-C11621E062F9}" srcOrd="0" destOrd="0" presId="urn:microsoft.com/office/officeart/2018/2/layout/IconVerticalSolidList"/>
    <dgm:cxn modelId="{8F500944-B67D-4D76-93AA-022305DF19E8}" type="presParOf" srcId="{47534F26-2651-48C0-93ED-35C287D371D4}" destId="{9A91DC45-855A-4427-BB1D-F93AC86DA7D5}" srcOrd="0" destOrd="0" presId="urn:microsoft.com/office/officeart/2018/2/layout/IconVerticalSolidList"/>
    <dgm:cxn modelId="{BC2E334B-4B94-48CC-AC96-58D8623E23B1}" type="presParOf" srcId="{9A91DC45-855A-4427-BB1D-F93AC86DA7D5}" destId="{C6E26CF7-A63A-450F-925C-4A288D118EE2}" srcOrd="0" destOrd="0" presId="urn:microsoft.com/office/officeart/2018/2/layout/IconVerticalSolidList"/>
    <dgm:cxn modelId="{137B3CA9-C739-42C4-AC5A-EF2A5881074E}" type="presParOf" srcId="{9A91DC45-855A-4427-BB1D-F93AC86DA7D5}" destId="{FD76EC66-9B9D-4C48-B5A9-9E6FE4255C2E}" srcOrd="1" destOrd="0" presId="urn:microsoft.com/office/officeart/2018/2/layout/IconVerticalSolidList"/>
    <dgm:cxn modelId="{CFB937C8-4FA9-45E8-BF3B-56AF7ABE73D3}" type="presParOf" srcId="{9A91DC45-855A-4427-BB1D-F93AC86DA7D5}" destId="{FFCDA516-485A-43CE-82C9-4A2028448DC3}" srcOrd="2" destOrd="0" presId="urn:microsoft.com/office/officeart/2018/2/layout/IconVerticalSolidList"/>
    <dgm:cxn modelId="{64DEFD15-B31C-4347-A267-53E034B2D580}" type="presParOf" srcId="{9A91DC45-855A-4427-BB1D-F93AC86DA7D5}" destId="{6F4B631E-642F-4B89-B59F-E2A15EA15724}" srcOrd="3" destOrd="0" presId="urn:microsoft.com/office/officeart/2018/2/layout/IconVerticalSolidList"/>
    <dgm:cxn modelId="{F07602B7-13F0-4D56-9C1F-3FDEBF5429E3}" type="presParOf" srcId="{47534F26-2651-48C0-93ED-35C287D371D4}" destId="{9DD18CE8-7C2A-4814-9CAF-177916AECAAC}" srcOrd="1" destOrd="0" presId="urn:microsoft.com/office/officeart/2018/2/layout/IconVerticalSolidList"/>
    <dgm:cxn modelId="{48A1AB08-E421-43E0-8D62-E0C4BD3EB50A}" type="presParOf" srcId="{47534F26-2651-48C0-93ED-35C287D371D4}" destId="{72FB6623-5C28-4369-BB29-1F4EF447BA3E}" srcOrd="2" destOrd="0" presId="urn:microsoft.com/office/officeart/2018/2/layout/IconVerticalSolidList"/>
    <dgm:cxn modelId="{C44DC2D0-1F38-4901-AC6F-7AA3A7296151}" type="presParOf" srcId="{72FB6623-5C28-4369-BB29-1F4EF447BA3E}" destId="{6D2374CA-1CAD-4C2D-864C-033F2056D3B5}" srcOrd="0" destOrd="0" presId="urn:microsoft.com/office/officeart/2018/2/layout/IconVerticalSolidList"/>
    <dgm:cxn modelId="{7846E2F7-FD24-495B-A4D6-85C40E1F9830}" type="presParOf" srcId="{72FB6623-5C28-4369-BB29-1F4EF447BA3E}" destId="{5532FEE1-CE91-448D-9EA4-DFB08FC52650}" srcOrd="1" destOrd="0" presId="urn:microsoft.com/office/officeart/2018/2/layout/IconVerticalSolidList"/>
    <dgm:cxn modelId="{1C5BC692-15F2-4C29-8EE8-750450970177}" type="presParOf" srcId="{72FB6623-5C28-4369-BB29-1F4EF447BA3E}" destId="{9FC00330-9EC8-4FEE-942B-DA5CE085BD14}" srcOrd="2" destOrd="0" presId="urn:microsoft.com/office/officeart/2018/2/layout/IconVerticalSolidList"/>
    <dgm:cxn modelId="{3E3A2100-1D25-4842-B88C-5E20E17B7CC6}" type="presParOf" srcId="{72FB6623-5C28-4369-BB29-1F4EF447BA3E}" destId="{0B9093C0-D540-4E82-9B28-62D185DB5F05}" srcOrd="3" destOrd="0" presId="urn:microsoft.com/office/officeart/2018/2/layout/IconVerticalSolidList"/>
    <dgm:cxn modelId="{62D89C9C-8AAA-4953-BB73-27B3F94BCFF3}" type="presParOf" srcId="{47534F26-2651-48C0-93ED-35C287D371D4}" destId="{BFE5E969-875C-4420-8857-AFEB7AF1239E}" srcOrd="3" destOrd="0" presId="urn:microsoft.com/office/officeart/2018/2/layout/IconVerticalSolidList"/>
    <dgm:cxn modelId="{3A5FB49A-B91E-4CDF-B064-1100A4DE73FC}" type="presParOf" srcId="{47534F26-2651-48C0-93ED-35C287D371D4}" destId="{3219962C-A4C1-43F3-A6EC-AF01F0505933}" srcOrd="4" destOrd="0" presId="urn:microsoft.com/office/officeart/2018/2/layout/IconVerticalSolidList"/>
    <dgm:cxn modelId="{A06F3A98-2AA3-4678-8D0D-46E4D9436E96}" type="presParOf" srcId="{3219962C-A4C1-43F3-A6EC-AF01F0505933}" destId="{D094691A-419E-4FFB-B782-367F7FB55998}" srcOrd="0" destOrd="0" presId="urn:microsoft.com/office/officeart/2018/2/layout/IconVerticalSolidList"/>
    <dgm:cxn modelId="{C0ACB3E9-7BD5-4FCB-AC02-ECE36775DF29}" type="presParOf" srcId="{3219962C-A4C1-43F3-A6EC-AF01F0505933}" destId="{EA2722D7-CAE8-47B9-8E49-59E423C0B5EC}" srcOrd="1" destOrd="0" presId="urn:microsoft.com/office/officeart/2018/2/layout/IconVerticalSolidList"/>
    <dgm:cxn modelId="{FF3AD31F-8A51-4A5B-A083-276F83BD4AB4}" type="presParOf" srcId="{3219962C-A4C1-43F3-A6EC-AF01F0505933}" destId="{38F1EF6F-5D26-454D-91EE-0C478EEEFB62}" srcOrd="2" destOrd="0" presId="urn:microsoft.com/office/officeart/2018/2/layout/IconVerticalSolidList"/>
    <dgm:cxn modelId="{234D7E57-F784-4504-B73D-0BB34EDF5C26}" type="presParOf" srcId="{3219962C-A4C1-43F3-A6EC-AF01F0505933}" destId="{AC23F8DC-0DCB-41AA-A282-C11621E062F9}" srcOrd="3" destOrd="0" presId="urn:microsoft.com/office/officeart/2018/2/layout/IconVerticalSolidList"/>
    <dgm:cxn modelId="{381145BA-F63C-415F-8DFD-2A9D1ABA51D0}" type="presParOf" srcId="{47534F26-2651-48C0-93ED-35C287D371D4}" destId="{57809C55-DF5F-4C0F-8DBB-51ADB2D6A8F1}" srcOrd="5" destOrd="0" presId="urn:microsoft.com/office/officeart/2018/2/layout/IconVerticalSolidList"/>
    <dgm:cxn modelId="{8B7503EF-4009-496A-86E3-025EB4C848FD}" type="presParOf" srcId="{47534F26-2651-48C0-93ED-35C287D371D4}" destId="{539899F9-F14B-4836-BF28-3ECD862E6A86}" srcOrd="6" destOrd="0" presId="urn:microsoft.com/office/officeart/2018/2/layout/IconVerticalSolidList"/>
    <dgm:cxn modelId="{2092F4F4-E7F4-49B1-9B2B-1DF9EF9169BC}" type="presParOf" srcId="{539899F9-F14B-4836-BF28-3ECD862E6A86}" destId="{C0D694B7-87AA-464E-A61E-7E12E0B5C684}" srcOrd="0" destOrd="0" presId="urn:microsoft.com/office/officeart/2018/2/layout/IconVerticalSolidList"/>
    <dgm:cxn modelId="{B4702729-3188-4468-AB78-601F817030CC}" type="presParOf" srcId="{539899F9-F14B-4836-BF28-3ECD862E6A86}" destId="{942C9EE7-E0AB-47CB-B49E-77CEA26C0AF9}" srcOrd="1" destOrd="0" presId="urn:microsoft.com/office/officeart/2018/2/layout/IconVerticalSolidList"/>
    <dgm:cxn modelId="{629548E9-43D4-4B76-BE97-A239C7312034}" type="presParOf" srcId="{539899F9-F14B-4836-BF28-3ECD862E6A86}" destId="{43468681-87D8-4959-BA5F-697F81AB64C0}" srcOrd="2" destOrd="0" presId="urn:microsoft.com/office/officeart/2018/2/layout/IconVerticalSolidList"/>
    <dgm:cxn modelId="{0CA0A981-3CB3-4ECF-BF18-0DC26293CD04}" type="presParOf" srcId="{539899F9-F14B-4836-BF28-3ECD862E6A86}" destId="{F5165FAF-1906-4564-91D6-B2BDAAC8A04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3773A8-068D-4FBD-A78E-6A1B838BAC89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5CD1C-4D42-42DD-AB7F-621F45EFC1BA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C619C-AFFC-4A90-ADCE-733BB09896AC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/>
            <a:t>1. Humildad intelectual: </a:t>
          </a:r>
          <a:r>
            <a:rPr lang="es-ES" sz="2100" kern="1200"/>
            <a:t>reconocimiento de los límites del propio conocimiento, así como de los posibles fallos en el razonamiento propio</a:t>
          </a:r>
          <a:endParaRPr lang="en-US" sz="2100" kern="1200"/>
        </a:p>
      </dsp:txBody>
      <dsp:txXfrm>
        <a:off x="1057183" y="1805"/>
        <a:ext cx="9458416" cy="915310"/>
      </dsp:txXfrm>
    </dsp:sp>
    <dsp:sp modelId="{BD92E8D8-6A6F-4172-AFF7-FCDF40EA72C4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E793BB-D47D-403B-A00F-6AC8CDE99A6B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C8B8F-F362-4065-8A97-876D41D62B2A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/>
            <a:t>2. Coraje intelectual:</a:t>
          </a:r>
          <a:r>
            <a:rPr lang="es-ES" sz="2100" kern="1200"/>
            <a:t> capacidad de defender las creencias propias con confianza y no aceptar pasivamente lo que le dicen que es verdad, incluso frente a la presión social</a:t>
          </a:r>
          <a:endParaRPr lang="en-US" sz="2100" kern="1200"/>
        </a:p>
      </dsp:txBody>
      <dsp:txXfrm>
        <a:off x="1057183" y="1145944"/>
        <a:ext cx="9458416" cy="915310"/>
      </dsp:txXfrm>
    </dsp:sp>
    <dsp:sp modelId="{1ADAF7E3-1515-45C2-8A97-3F63FE72C296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FB55CC-C1F6-44B9-8FF2-560EBC880156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19587-ECBF-41D4-AE96-24B40D93E088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/>
            <a:t>3. Empatía intelectual:</a:t>
          </a:r>
          <a:r>
            <a:rPr lang="es-ES" sz="2100" kern="1200"/>
            <a:t> voluntad de ponerse en la mente de los demás para comprender mejor sus posiciones</a:t>
          </a:r>
          <a:endParaRPr lang="en-US" sz="2100" kern="1200"/>
        </a:p>
      </dsp:txBody>
      <dsp:txXfrm>
        <a:off x="1057183" y="2290082"/>
        <a:ext cx="9458416" cy="915310"/>
      </dsp:txXfrm>
    </dsp:sp>
    <dsp:sp modelId="{38D1E0DF-6D07-44BD-B38A-47836EA27240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D7B683-8398-43BE-A386-A88A169E141A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7F694-44C3-4D51-B919-5833B8AF9E98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/>
            <a:t>4. Autonomía intelectual:</a:t>
          </a:r>
          <a:r>
            <a:rPr lang="es-ES" sz="2100" kern="1200"/>
            <a:t> pensar por sí mismo, manteniendo el control sobre su propio razonamiento</a:t>
          </a:r>
          <a:endParaRPr lang="en-US" sz="2100" kern="1200"/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E26CF7-A63A-450F-925C-4A288D118EE2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76EC66-9B9D-4C48-B5A9-9E6FE4255C2E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B631E-642F-4B89-B59F-E2A15EA15724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/>
            <a:t>5. Integridad intelectual: </a:t>
          </a:r>
          <a:r>
            <a:rPr lang="es-ES" sz="1500" kern="1200"/>
            <a:t>capacidad de pensar y argumentar honestamente, exigiéndose a sí mismo y a los demás los mismos estándares intelectuales rigurosos, así como la voluntad de admitir cuando se está equivocado</a:t>
          </a:r>
          <a:endParaRPr lang="en-US" sz="1500" kern="1200"/>
        </a:p>
      </dsp:txBody>
      <dsp:txXfrm>
        <a:off x="1057183" y="1805"/>
        <a:ext cx="9458416" cy="915310"/>
      </dsp:txXfrm>
    </dsp:sp>
    <dsp:sp modelId="{6D2374CA-1CAD-4C2D-864C-033F2056D3B5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32FEE1-CE91-448D-9EA4-DFB08FC52650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093C0-D540-4E82-9B28-62D185DB5F05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/>
            <a:t>6. Perseverancia intelectual: </a:t>
          </a:r>
          <a:r>
            <a:rPr lang="es-ES" sz="1500" kern="1200"/>
            <a:t>disposición a realizar el duro trabajo intelectual necesario para superar los obstáculos con el fin de responder preguntas o defender las propias posiciones</a:t>
          </a:r>
          <a:endParaRPr lang="en-US" sz="1500" kern="1200"/>
        </a:p>
      </dsp:txBody>
      <dsp:txXfrm>
        <a:off x="1057183" y="1145944"/>
        <a:ext cx="9458416" cy="915310"/>
      </dsp:txXfrm>
    </dsp:sp>
    <dsp:sp modelId="{D094691A-419E-4FFB-B782-367F7FB55998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2722D7-CAE8-47B9-8E49-59E423C0B5EC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23F8DC-0DCB-41AA-A282-C11621E062F9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/>
            <a:t>7. Confianza en la razón: </a:t>
          </a:r>
          <a:r>
            <a:rPr lang="es-ES" sz="1500" kern="1200"/>
            <a:t>creencia de que, con el tiempo, a todo el mundo le conviene más adherirse a la razón como el mejor medio para adquirir conocimientos y encontrar soluciones a los problemas</a:t>
          </a:r>
          <a:endParaRPr lang="en-US" sz="1500" kern="1200"/>
        </a:p>
      </dsp:txBody>
      <dsp:txXfrm>
        <a:off x="1057183" y="2290082"/>
        <a:ext cx="9458416" cy="915310"/>
      </dsp:txXfrm>
    </dsp:sp>
    <dsp:sp modelId="{C0D694B7-87AA-464E-A61E-7E12E0B5C684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2C9EE7-E0AB-47CB-B49E-77CEA26C0AF9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65FAF-1906-4564-91D6-B2BDAAC8A042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/>
            <a:t>8. Equidad:</a:t>
          </a:r>
          <a:r>
            <a:rPr lang="es-ES" sz="1500" kern="1200"/>
            <a:t> hacer un esfuerzo de buena fe para tratar todos los puntos de vista de manera justa, independientemente de las propias creencias, la reacción emocional a los temas que se discuten o las normas de la comunidad</a:t>
          </a:r>
          <a:endParaRPr lang="en-US" sz="1500" kern="1200"/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DA0FD-06E7-FE40-A9F9-D6C883FE20C2}" type="datetimeFigureOut">
              <a:rPr lang="es-ES_tradnl" smtClean="0"/>
              <a:t>10/09/2025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C945B-0FD3-724D-8B2F-93B22652D3D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8920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C12C7-6863-294E-A14F-A5B2C2C25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1D5110-4095-8D44-8665-40F34C287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657EB1-828D-AC48-8610-D2F84E664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A6E2-5E03-A04E-BE49-FD015D0EFB98}" type="datetimeFigureOut">
              <a:rPr lang="es-ES_tradnl" smtClean="0"/>
              <a:t>10/09/2025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F49E16-1F3B-EF4B-A811-25BE1949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1FA4FB-F3AA-194A-A450-DE5F42DDB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1428-0409-7741-96B6-D67604792D1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65945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E6716-BF59-E54F-B783-E2BFEAC30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08F66C-96C4-1A43-B53E-B1671DCD9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A60D4C-F83C-CC4F-A6E5-90EAC0AD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A6E2-5E03-A04E-BE49-FD015D0EFB98}" type="datetimeFigureOut">
              <a:rPr lang="es-ES_tradnl" smtClean="0"/>
              <a:t>10/09/2025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01ACE3-E7EF-B54A-9417-530445992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C07127-8BD1-834D-95CD-1E1D0CC42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1428-0409-7741-96B6-D67604792D1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21814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5F189-D890-914B-AD71-2D37732A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C371A5-5A7D-044E-87C9-3507361E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996E95-B39C-624E-87D4-7D8638BD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A6E2-5E03-A04E-BE49-FD015D0EFB98}" type="datetimeFigureOut">
              <a:rPr lang="es-ES_tradnl" smtClean="0"/>
              <a:t>10/09/2025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8998AC-81C8-214D-9B18-963F7B226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E89B41-DF90-084B-8B4C-3859E705F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1428-0409-7741-96B6-D67604792D1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21582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D8AF7E-B95A-3544-9CFE-994BBEF5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614228-CFDB-624B-B5CC-F746E7EBF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AD893C-7AE9-AB4E-B9A7-2090D83D1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601B54-BB99-F04F-BA5E-5E901B44E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A6E2-5E03-A04E-BE49-FD015D0EFB98}" type="datetimeFigureOut">
              <a:rPr lang="es-ES_tradnl" smtClean="0"/>
              <a:t>10/09/2025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E934AC-A4C1-0E49-A26C-D01225BA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1561B3-371C-4843-A8C8-5EC0A1A21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1428-0409-7741-96B6-D67604792D1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4374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EA9FB-9FFC-6349-AEEF-13EBC229E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A39632-D3A7-1641-9A8A-9CDE0ADE8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004F28-DDA5-9A49-94FC-07AF4D02A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0F4CDB-DC16-C446-A1B7-C2FF17A0A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C16D9FD-C950-444F-BF62-70FA87591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0EA8D82-514A-AC42-AB86-5F0BC8815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A6E2-5E03-A04E-BE49-FD015D0EFB98}" type="datetimeFigureOut">
              <a:rPr lang="es-ES_tradnl" smtClean="0"/>
              <a:t>10/09/2025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6D0F629-5B0B-CB43-9F1B-53AA4DFF0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6FF7A0B-B5C9-9D48-8D47-58451B8D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1428-0409-7741-96B6-D67604792D1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4733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BF1EBD-42FC-EE4B-A8E9-B7F16DA61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1FE9F4-530C-D54C-A800-5C96BC1B1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A6E2-5E03-A04E-BE49-FD015D0EFB98}" type="datetimeFigureOut">
              <a:rPr lang="es-ES_tradnl" smtClean="0"/>
              <a:t>10/09/2025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C7A9944-2BD1-0041-B393-70287B61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65C6EF6-D561-2747-A125-39A2E185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1428-0409-7741-96B6-D67604792D1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2681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31367EA-CC8E-494D-986E-F2A0D93C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A6E2-5E03-A04E-BE49-FD015D0EFB98}" type="datetimeFigureOut">
              <a:rPr lang="es-ES_tradnl" smtClean="0"/>
              <a:t>10/09/2025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F40612-2ECD-A547-BFBF-C3923DAB6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BE2BA9-F94F-C74C-B2B4-2A62108D2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1428-0409-7741-96B6-D67604792D1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70051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6FF1D-2A97-9B40-BE93-DA6094802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1AA20D-AFB8-0B4C-BA92-A12A99129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634BEF-355D-BE46-ACC3-3DA8CC1AC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6D5354-C418-934F-9567-3E1CB7F8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A6E2-5E03-A04E-BE49-FD015D0EFB98}" type="datetimeFigureOut">
              <a:rPr lang="es-ES_tradnl" smtClean="0"/>
              <a:t>10/09/2025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3982DB-0AF8-0848-B40C-74447DB74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AD8581-4491-1D4A-9B83-A064FCDB3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1428-0409-7741-96B6-D67604792D1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8760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7B3D7-CCD3-E542-91B0-F3AA6E73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8320ED0-57C5-5341-A821-EA48F0DD75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4D1878-EFF2-FA45-BEC2-EF38C4C58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813FE5-A1B4-7A4F-8C8F-8550DA4EE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A6E2-5E03-A04E-BE49-FD015D0EFB98}" type="datetimeFigureOut">
              <a:rPr lang="es-ES_tradnl" smtClean="0"/>
              <a:t>10/09/2025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2A704F-38CA-5E4B-86DE-AD234340D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D08127-D8F9-0748-9819-6DFFF6D8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1428-0409-7741-96B6-D67604792D1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69240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69042-C649-854E-87EC-2D20A0B0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3EB512-C0CD-EA45-97C7-09BA4C0B2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8D4359-773B-8F4A-91CC-F11379C0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A6E2-5E03-A04E-BE49-FD015D0EFB98}" type="datetimeFigureOut">
              <a:rPr lang="es-ES_tradnl" smtClean="0"/>
              <a:t>10/09/2025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684733-9B4F-5A42-BF1A-7CAFC542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0D71B4-1301-BF4D-8DD9-F080AB6C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1428-0409-7741-96B6-D67604792D1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928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1F6EDA-F94D-9349-8916-7669AFC9D2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B68657-5072-3642-8275-2D99A0265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B7F246-96E8-1D41-88EA-F17D03222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A6E2-5E03-A04E-BE49-FD015D0EFB98}" type="datetimeFigureOut">
              <a:rPr lang="es-ES_tradnl" smtClean="0"/>
              <a:t>10/09/2025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4F68FF-8A9C-DE48-9717-1AEF7E731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8D73AD-4856-BE42-AA0F-AC57101F9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61428-0409-7741-96B6-D67604792D1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7324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855599C-8A0E-9A42-BD3B-E24803863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B1F534-12C2-C249-BF1C-A3F9EC3A7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AFE1F3-D364-7146-8B27-EE0E4C132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8A6E2-5E03-A04E-BE49-FD015D0EFB98}" type="datetimeFigureOut">
              <a:rPr lang="es-ES_tradnl" smtClean="0"/>
              <a:t>10/09/2025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6B82FD-78AF-1346-84F8-C4257BBD7A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B2D5CB-B728-3B42-949E-F16C9CA11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61428-0409-7741-96B6-D67604792D15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9028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974E512-95CB-6C04-9675-EAA774F6D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Unidad 1. Introducción al pensamiento crítico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D6F7D53-9DEA-AE17-F0DB-DC44442A3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  <a:p>
            <a:r>
              <a:rPr lang="es-PE" dirty="0"/>
              <a:t>Semana 4. Falacias. Disposiciones críticas</a:t>
            </a:r>
          </a:p>
          <a:p>
            <a:r>
              <a:rPr lang="es-PE" dirty="0"/>
              <a:t>Adaptación a partir de: Haber, J. </a:t>
            </a:r>
            <a:r>
              <a:rPr lang="es-PE" i="1" dirty="0" err="1"/>
              <a:t>Critical</a:t>
            </a:r>
            <a:r>
              <a:rPr lang="es-PE" i="1" dirty="0"/>
              <a:t> </a:t>
            </a:r>
            <a:r>
              <a:rPr lang="es-PE" i="1" dirty="0" err="1"/>
              <a:t>Thinking</a:t>
            </a:r>
            <a:r>
              <a:rPr lang="es-PE" i="1" dirty="0"/>
              <a:t>. </a:t>
            </a:r>
            <a:r>
              <a:rPr lang="es-PE" dirty="0"/>
              <a:t>MIT. Capítulo 1</a:t>
            </a:r>
          </a:p>
        </p:txBody>
      </p:sp>
    </p:spTree>
    <p:extLst>
      <p:ext uri="{BB962C8B-B14F-4D97-AF65-F5344CB8AC3E}">
        <p14:creationId xmlns:p14="http://schemas.microsoft.com/office/powerpoint/2010/main" val="2798425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41F83D39-B272-4211-71A3-3C29D4BA0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689" y="3071183"/>
            <a:ext cx="9910296" cy="25900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Falacias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38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AF3AC0-85D7-3A4D-8172-4131095A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1431759"/>
            <a:ext cx="8074815" cy="4338106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es-ES_tradnl" dirty="0"/>
              <a:t>Una falacia es un razonamiento errado que, sin embargo, puede parecer correcto, ya sea por la intención persuasiva de quien la enuncia o por una malinterpretación que este cometió.  </a:t>
            </a:r>
          </a:p>
          <a:p>
            <a:pPr marL="0" indent="0" algn="just">
              <a:buNone/>
            </a:pPr>
            <a:endParaRPr lang="es-ES_tradnl" dirty="0"/>
          </a:p>
          <a:p>
            <a:pPr marL="0" indent="0" algn="just">
              <a:buNone/>
            </a:pPr>
            <a:r>
              <a:rPr lang="es-ES_tradnl" dirty="0"/>
              <a:t>Analizar y elaborar argumentos supone reconocer razonamientos falaces, ya sea para evitarlos uno mismo o para objetar uno propuesto por otro.</a:t>
            </a:r>
          </a:p>
          <a:p>
            <a:endParaRPr lang="es-ES_tradnl" sz="2400" dirty="0"/>
          </a:p>
          <a:p>
            <a:endParaRPr lang="es-ES_tradnl" sz="2400" dirty="0"/>
          </a:p>
          <a:p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247730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3E615BF5-217B-2A3C-BC3F-DEB530D8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754" y="431489"/>
            <a:ext cx="5558489" cy="1325563"/>
          </a:xfrm>
        </p:spPr>
        <p:txBody>
          <a:bodyPr>
            <a:normAutofit/>
          </a:bodyPr>
          <a:lstStyle/>
          <a:p>
            <a:r>
              <a:rPr lang="es-PE" b="1" i="1" dirty="0"/>
              <a:t>Ad hominem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AF3AC0-85D7-3A4D-8172-4131095A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166" y="1947690"/>
            <a:ext cx="5558489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1800" dirty="0"/>
              <a:t>Cuando un supuesto argumento no refuta a un argumento contrario, sino que se concentra en descalificar a quien defiende dicho argumento. </a:t>
            </a:r>
          </a:p>
          <a:p>
            <a:pPr marL="0" indent="0" algn="just">
              <a:buNone/>
            </a:pPr>
            <a:endParaRPr lang="es-ES_tradnl" sz="1800" b="1" dirty="0"/>
          </a:p>
          <a:p>
            <a:pPr marL="0" indent="0" algn="just">
              <a:buNone/>
            </a:pPr>
            <a:r>
              <a:rPr lang="es-ES_tradnl" sz="1800" b="1" dirty="0"/>
              <a:t>Tipo 1: Abusivo</a:t>
            </a:r>
          </a:p>
          <a:p>
            <a:pPr marL="0" indent="0" algn="just">
              <a:buNone/>
            </a:pPr>
            <a:r>
              <a:rPr lang="es-ES_tradnl" sz="1800" dirty="0"/>
              <a:t>Cuando la descalificación se basa en utilizar categorías peyorativas por definición (insultos, calificativos despectivos, etc.)</a:t>
            </a:r>
          </a:p>
          <a:p>
            <a:pPr marL="0" indent="0" algn="just">
              <a:buNone/>
            </a:pPr>
            <a:r>
              <a:rPr lang="es-ES_tradnl" sz="1800" b="1" dirty="0"/>
              <a:t>Ejemplo</a:t>
            </a:r>
            <a:endParaRPr lang="es-ES_tradnl" sz="1800" i="1" dirty="0"/>
          </a:p>
          <a:p>
            <a:pPr marL="0" indent="0" algn="just">
              <a:buNone/>
            </a:pPr>
            <a:r>
              <a:rPr lang="es-ES_tradnl" sz="1800" i="1" dirty="0"/>
              <a:t>La afirmación del señor Bellido acerca de que sería necesario comenzar a utilizar el quechua en eventos oficiales del Estado dado que se trata de una lengua oficial no se sostiene, ya que no podría aceptarse lo que dice un misógino y extremista como él.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Block Arc 16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85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6CA3A9-380B-C2C3-098D-D6C73C134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b="1" i="1" dirty="0"/>
              <a:t>Ad hominem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78BDEC-7587-F5EC-7407-55EE3A99E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b="1" dirty="0"/>
              <a:t>Tipo 2: Circunstancial</a:t>
            </a:r>
          </a:p>
          <a:p>
            <a:pPr marL="0" indent="0">
              <a:buNone/>
            </a:pPr>
            <a:r>
              <a:rPr lang="es-ES_tradnl" dirty="0"/>
              <a:t>Cuando la descalificación se basa en resaltar circunstancias o filiaciones del otro que no son peyorativas por definición, pero que, según el hablante, invalidan el discurso de quien pasa por tales circunstancias o tiene tales filiaciones.</a:t>
            </a:r>
          </a:p>
          <a:p>
            <a:pPr marL="0" indent="0">
              <a:buNone/>
            </a:pPr>
            <a:r>
              <a:rPr lang="es-ES_tradnl" b="1" dirty="0"/>
              <a:t>Ejemplo</a:t>
            </a:r>
            <a:endParaRPr lang="es-ES_tradnl" i="1" dirty="0"/>
          </a:p>
          <a:p>
            <a:pPr marL="0" indent="0">
              <a:buNone/>
            </a:pPr>
            <a:r>
              <a:rPr lang="es-ES_tradnl" i="1" dirty="0"/>
              <a:t>La afirmación del señor Bellido acerca de que sería necesario comenzar a utilizar el quechua en eventos oficiales del Estado dado que se trata de una lengua oficial no se sostiene, ya que no podría aceptarse lo que dice un comunista.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62450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3AE865-9838-3A86-4F31-0E0A732D2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s-ES_tradnl" b="1" i="1">
                <a:solidFill>
                  <a:srgbClr val="FFFFFF"/>
                </a:solidFill>
              </a:rPr>
              <a:t>Ad populum</a:t>
            </a:r>
            <a:endParaRPr lang="es-PE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DF07D5-1966-D3A7-73B8-5243CB578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_tradnl" sz="2200"/>
              <a:t>Cuando un supuesto argumento apela a la emotividad de su auditorio como medio para sostener la corrección de su posición. </a:t>
            </a:r>
          </a:p>
          <a:p>
            <a:pPr marL="0" indent="0">
              <a:buNone/>
            </a:pPr>
            <a:r>
              <a:rPr lang="es-ES_tradnl" sz="2200" b="1"/>
              <a:t>Ejemplo</a:t>
            </a:r>
          </a:p>
          <a:p>
            <a:pPr marL="0" indent="0">
              <a:buNone/>
            </a:pPr>
            <a:r>
              <a:rPr lang="es-ES_tradnl" sz="2200" i="1"/>
              <a:t>Decir que hay intereses económicos que han mediado en la decisión de no incluir a representantes de los pueblos originarios en la consulta a bases para la decisión de si la minera Conga va o no va es un despropósito, en tanto este tipo de afirmaciones únicamente merman nuestra unidad como peruanos.</a:t>
            </a:r>
          </a:p>
          <a:p>
            <a:pPr marL="0" indent="0">
              <a:buNone/>
            </a:pPr>
            <a:endParaRPr lang="es-ES_tradnl" sz="2200" i="1"/>
          </a:p>
          <a:p>
            <a:pPr marL="0" indent="0">
              <a:buNone/>
            </a:pPr>
            <a:r>
              <a:rPr lang="es-ES_tradnl" sz="2200" b="1"/>
              <a:t>Subclase recurrente: </a:t>
            </a:r>
            <a:r>
              <a:rPr lang="es-ES_tradnl" sz="2200" i="1"/>
              <a:t>Ad </a:t>
            </a:r>
            <a:r>
              <a:rPr lang="es-ES_tradnl" sz="2200" i="1" err="1"/>
              <a:t>misericordiam</a:t>
            </a:r>
            <a:endParaRPr lang="es-ES_tradnl" sz="2200" i="1"/>
          </a:p>
          <a:p>
            <a:pPr marL="0" indent="0">
              <a:buNone/>
            </a:pPr>
            <a:endParaRPr lang="es-PE" sz="22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66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841D967-D5B0-7D52-BB69-51D172CD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s-ES_tradnl" b="1" i="1" dirty="0"/>
              <a:t>Ad </a:t>
            </a:r>
            <a:r>
              <a:rPr lang="es-ES_tradnl" b="1" i="1" dirty="0" err="1"/>
              <a:t>verecundiam</a:t>
            </a:r>
            <a:endParaRPr lang="es-PE" b="1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AF3AC0-85D7-3A4D-8172-4131095A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sz="2200"/>
              <a:t>Cuando se apela a una autoridad no competente en el tema sobre el que se está argumentado para defender la propia posición. </a:t>
            </a:r>
          </a:p>
          <a:p>
            <a:pPr marL="0" indent="0">
              <a:buNone/>
            </a:pPr>
            <a:endParaRPr lang="es-ES_tradnl" sz="2200" b="1"/>
          </a:p>
          <a:p>
            <a:pPr marL="0" indent="0">
              <a:buNone/>
            </a:pPr>
            <a:r>
              <a:rPr lang="es-ES_tradnl" sz="2200" b="1"/>
              <a:t>Ejemplo</a:t>
            </a:r>
          </a:p>
          <a:p>
            <a:pPr marL="0" indent="0">
              <a:buNone/>
            </a:pPr>
            <a:r>
              <a:rPr lang="es-ES_tradnl" sz="2200" i="1"/>
              <a:t>Hernando de Soto ha afirmado que mantener la consulta previa a las comunidades indígenas para los proyectos de </a:t>
            </a:r>
            <a:r>
              <a:rPr lang="es-ES_tradnl" sz="2200" i="1" err="1"/>
              <a:t>agroexportación</a:t>
            </a:r>
            <a:r>
              <a:rPr lang="es-ES_tradnl" sz="2200" i="1"/>
              <a:t> no colaborará con la recuperación de la competitividad de los productos peruanos en el extranjero. Por ello, es claro que la consulta previa en dichos proyectos debería eliminarse.</a:t>
            </a:r>
          </a:p>
          <a:p>
            <a:pPr marL="0" indent="0">
              <a:buNone/>
            </a:pPr>
            <a:endParaRPr lang="es-ES_tradnl" sz="220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Block Arc 16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53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E5B8D8-42DE-CAFC-5145-8739CD64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1522CD-21D9-2AE5-5344-F5B80FE2E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s-PE" b="1" i="1">
                <a:solidFill>
                  <a:srgbClr val="FFFFFF"/>
                </a:solidFill>
              </a:rPr>
              <a:t>Ex populo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1DF4C8-9F0D-D693-E436-AC4ABBE87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es-ES_tradnl" sz="2400" dirty="0"/>
              <a:t>Cuando un supuesto argumento apela a que la mayoría de una población sostiene su afirmación para decir que esta es correcta.</a:t>
            </a:r>
          </a:p>
          <a:p>
            <a:pPr marL="0" indent="0">
              <a:buNone/>
            </a:pPr>
            <a:endParaRPr lang="es-ES_tradnl" sz="2400" b="1" dirty="0"/>
          </a:p>
          <a:p>
            <a:pPr marL="0" indent="0">
              <a:buNone/>
            </a:pPr>
            <a:r>
              <a:rPr lang="es-ES_tradnl" sz="2400" b="1" dirty="0"/>
              <a:t>Ejemplo</a:t>
            </a:r>
          </a:p>
          <a:p>
            <a:pPr marL="0" indent="0">
              <a:buNone/>
            </a:pPr>
            <a:r>
              <a:rPr lang="es-ES_tradnl" sz="2400" i="1" dirty="0"/>
              <a:t>La encuesta aplicada por IPSOS ha indicado que la mayoría de peruanos creen que el racismo es un fenómeno social que se ciñe a los siglos pasados. Por ello, no cabe lugar para afirmar que el racismo es un problema vigente hoy en día en nuestro país.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633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F87BB5-8896-0841-C191-A5B73256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s-ES_tradnl" b="1">
                <a:solidFill>
                  <a:srgbClr val="FFFFFF"/>
                </a:solidFill>
              </a:rPr>
              <a:t>Causa falsa</a:t>
            </a:r>
            <a:endParaRPr lang="es-PE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257915-6090-9390-9AEE-B3E17FF2A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sz="2200"/>
              <a:t>Cuando se apela a la ocurrencia consecutiva de dos fenómenos como única evidencia para sostener una relación de causalidad entre uno y otro. </a:t>
            </a:r>
          </a:p>
          <a:p>
            <a:pPr marL="0" indent="0">
              <a:buNone/>
            </a:pPr>
            <a:endParaRPr lang="es-ES_tradnl" sz="2200" b="1"/>
          </a:p>
          <a:p>
            <a:pPr marL="0" indent="0">
              <a:buNone/>
            </a:pPr>
            <a:r>
              <a:rPr lang="es-ES_tradnl" sz="2200" b="1"/>
              <a:t>Ejemplo</a:t>
            </a:r>
          </a:p>
          <a:p>
            <a:pPr marL="0" indent="0">
              <a:buNone/>
            </a:pPr>
            <a:r>
              <a:rPr lang="es-ES_tradnl" sz="2200" i="1"/>
              <a:t>Desde inicios de agosto el incremento del precio del dólar se despuntó a niveles no visto</a:t>
            </a:r>
            <a:r>
              <a:rPr lang="es-ES_tradnl" sz="2200"/>
              <a:t>s</a:t>
            </a:r>
            <a:r>
              <a:rPr lang="es-ES_tradnl" sz="2200" i="1"/>
              <a:t> hace décadas. De modo que, es claro que la asunción de Pedro Castillo como presidente del Perú ha sido la causa de este hecho tan atípico.</a:t>
            </a:r>
          </a:p>
        </p:txBody>
      </p:sp>
    </p:spTree>
    <p:extLst>
      <p:ext uri="{BB962C8B-B14F-4D97-AF65-F5344CB8AC3E}">
        <p14:creationId xmlns:p14="http://schemas.microsoft.com/office/powerpoint/2010/main" val="3626262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89312B94-900E-ED9D-1B58-8579FA94A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s-ES_tradnl" sz="5100" b="1"/>
              <a:t>Pendiente resbaladiza</a:t>
            </a:r>
            <a:endParaRPr lang="es-PE" sz="51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37243-B428-4940-BEE1-2951C34B0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6046414" cy="4180542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s-ES_tradnl" sz="1800" dirty="0"/>
              <a:t>Cuando se intenta descalificar una acción o decisión apelando a consecuencias negativas que suponen muchos eslabones intermedios y, además, la coincidencia de factores muy difícilmente analizables a simple vista. </a:t>
            </a:r>
            <a:endParaRPr lang="es-ES_tradnl" sz="1800" dirty="0">
              <a:ea typeface="Calibri"/>
              <a:cs typeface="Calibri"/>
            </a:endParaRPr>
          </a:p>
          <a:p>
            <a:pPr marL="0" indent="0">
              <a:buNone/>
            </a:pPr>
            <a:endParaRPr lang="es-ES_tradnl" sz="1800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ES_tradnl" sz="1800" b="1" dirty="0"/>
              <a:t>Ejemplo</a:t>
            </a:r>
            <a:endParaRPr lang="es-ES_tradnl" sz="1800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s-ES_tradnl" sz="1800" i="1" dirty="0"/>
              <a:t>Elegir a un gobierno de izquierda llevará a un país a convertirse en una dictadura comunista. Esto se sostiene sobre la base de que un gobierno de izquierda ahuyenta a los capitales extranjeros y, así, genera un déficit en las arcas nacional; de modo que se ve obligado a recurrir a las nacionalizaciones y expropiaciones, ante las cuales los empresarios y la sociedad civil se comenzarán a manifestar; en ese contexto, el gobierno se verá en la necesidad de sacar a las fuerzas del orden a las calles, y de realizar persecución política y censura a la libertad de expresión; finalmente, ante el aislamiento en el que se encuentra, recurrirá a la alianza con los gobiernos cubano y chino, los cuales aceptarán brindar su ayuda siempre y cuando el país se alíe con el bloque comunista internacional.</a:t>
            </a:r>
            <a:r>
              <a:rPr lang="es-ES_tradnl" sz="1800" dirty="0"/>
              <a:t> </a:t>
            </a:r>
            <a:endParaRPr lang="es-ES_tradnl" sz="1800" dirty="0">
              <a:ea typeface="Calibri"/>
              <a:cs typeface="Calibri"/>
            </a:endParaRPr>
          </a:p>
          <a:p>
            <a:endParaRPr lang="es-ES_tradnl" sz="1300" dirty="0"/>
          </a:p>
        </p:txBody>
      </p:sp>
    </p:spTree>
    <p:extLst>
      <p:ext uri="{BB962C8B-B14F-4D97-AF65-F5344CB8AC3E}">
        <p14:creationId xmlns:p14="http://schemas.microsoft.com/office/powerpoint/2010/main" val="1187566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7ED868-345D-D839-DE1D-224208E1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s-ES_tradnl" b="1"/>
              <a:t>Argumentación irrelevante</a:t>
            </a:r>
            <a:endParaRPr lang="es-PE" dirty="0"/>
          </a:p>
        </p:txBody>
      </p:sp>
      <p:sp>
        <p:nvSpPr>
          <p:cNvPr id="21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27A0FD-DAE8-7D6C-CBB6-7E0D97091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sz="1500"/>
              <a:t>Cuando se establece una serie de respaldos que son útiles para defender una postura determinada, pero, al momento de formular la conclusión, esta no está relacionada directamente con dicha postura. </a:t>
            </a:r>
          </a:p>
          <a:p>
            <a:pPr marL="0" indent="0">
              <a:buNone/>
            </a:pPr>
            <a:endParaRPr lang="es-ES_tradnl" sz="1500" b="1"/>
          </a:p>
          <a:p>
            <a:pPr marL="0" indent="0">
              <a:buNone/>
            </a:pPr>
            <a:r>
              <a:rPr lang="es-ES_tradnl" sz="1500" b="1"/>
              <a:t>Ejemplo</a:t>
            </a:r>
          </a:p>
          <a:p>
            <a:pPr marL="0" indent="0">
              <a:buNone/>
            </a:pPr>
            <a:r>
              <a:rPr lang="es-ES_tradnl" sz="1500" i="1"/>
              <a:t>Es innegable que la corrupción revelada por la investigación del caso </a:t>
            </a:r>
            <a:r>
              <a:rPr lang="es-ES_tradnl" sz="1500" i="1" err="1"/>
              <a:t>Oderbrecht</a:t>
            </a:r>
            <a:r>
              <a:rPr lang="es-ES_tradnl" sz="1500" i="1"/>
              <a:t> no solo alcanzó a los gobiernos de derecha del país, sino también a gobiernos de izquierda como los de Ollanta Humala y Susana Villarán. Además, el caso de los Dinámicos del Centro da cuenta de que este flagelo que afecta a la casta política no ha acabado con la explosión las coimas de la gran empresa brasilera. A esto se debe sumar que la corrupción de políticos de izquierda no se reduce a un fenómeno nacional: son varios los nombres de presidentes de la región que aparecieron en las declaraciones de los colaboradores eficaces Marcelo Odebrecht y Jorge Barata. Por ello, queda más que demostrado que votar por una opción de izquierda en estas elecciones solamente perjudicaría al país</a:t>
            </a:r>
          </a:p>
          <a:p>
            <a:endParaRPr lang="es-PE" sz="1500"/>
          </a:p>
        </p:txBody>
      </p:sp>
      <p:sp>
        <p:nvSpPr>
          <p:cNvPr id="23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69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3D1E1-AF38-D3F5-6D02-FCCA5AF4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Otras falacias mencionadas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B590A5-391E-DB30-80E9-B8FAC203A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s-PE" b="1" i="1" dirty="0"/>
              <a:t>Ad </a:t>
            </a:r>
            <a:r>
              <a:rPr lang="es-PE" b="1" i="1" dirty="0" err="1"/>
              <a:t>baculum</a:t>
            </a:r>
            <a:r>
              <a:rPr lang="es-PE" b="1" i="1" dirty="0"/>
              <a:t>: </a:t>
            </a:r>
            <a:r>
              <a:rPr lang="es-PE" dirty="0"/>
              <a:t>cuando el debatiente A pretende que su opositor B acepte su argumento a través de una amenaza, que suele estar disimulada, y no por un razonamiento.</a:t>
            </a:r>
            <a:endParaRPr lang="es-PE" i="1" dirty="0"/>
          </a:p>
          <a:p>
            <a:endParaRPr lang="es-PE" b="1" i="1" dirty="0"/>
          </a:p>
          <a:p>
            <a:r>
              <a:rPr lang="es-PE" b="1" i="1" dirty="0"/>
              <a:t>Ad ignorantiam: </a:t>
            </a:r>
            <a:r>
              <a:rPr lang="es-PE" dirty="0"/>
              <a:t>cuando el debatiente A sostiene que </a:t>
            </a:r>
            <a:r>
              <a:rPr lang="es-PE" i="1" dirty="0"/>
              <a:t>p </a:t>
            </a:r>
            <a:r>
              <a:rPr lang="es-PE" dirty="0"/>
              <a:t>sobre la base de la ausencia de pruebas, evidencias o demostración de </a:t>
            </a:r>
            <a:r>
              <a:rPr lang="es-PE" i="1" dirty="0"/>
              <a:t>no</a:t>
            </a:r>
            <a:r>
              <a:rPr lang="es-PE" dirty="0"/>
              <a:t> </a:t>
            </a:r>
            <a:r>
              <a:rPr lang="es-PE" i="1" dirty="0"/>
              <a:t>p.</a:t>
            </a:r>
            <a:endParaRPr lang="es-PE" b="1" i="1" dirty="0"/>
          </a:p>
          <a:p>
            <a:pPr algn="just"/>
            <a:endParaRPr lang="es-PE" b="1" dirty="0"/>
          </a:p>
          <a:p>
            <a:pPr algn="just"/>
            <a:r>
              <a:rPr lang="es-PE" b="1" dirty="0"/>
              <a:t>Hombre de paja: </a:t>
            </a:r>
            <a:r>
              <a:rPr lang="es-PE" dirty="0"/>
              <a:t>cuando el debatiente A plantea un razonamiento contra un argumento supuestamente sostenido por su opositor B, pero en realidad este es una tergiversación del argumento realmente defendido por B o una ideación propia de A.</a:t>
            </a:r>
          </a:p>
        </p:txBody>
      </p:sp>
    </p:spTree>
    <p:extLst>
      <p:ext uri="{BB962C8B-B14F-4D97-AF65-F5344CB8AC3E}">
        <p14:creationId xmlns:p14="http://schemas.microsoft.com/office/powerpoint/2010/main" val="37986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EF7B95-1441-8659-18B6-BCF84E3FC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Otras falacias mencionadas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A32309-436B-2D33-9421-CC26F9A5B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PE" b="1" dirty="0"/>
              <a:t>División:</a:t>
            </a:r>
            <a:r>
              <a:rPr lang="es-PE" dirty="0"/>
              <a:t> cuando un debatiente A atribuye erróneamente una característica propia del un todo X a una parte suya Z.</a:t>
            </a:r>
          </a:p>
          <a:p>
            <a:endParaRPr lang="es-PE" dirty="0"/>
          </a:p>
          <a:p>
            <a:r>
              <a:rPr lang="es-PE" b="1" dirty="0"/>
              <a:t>Composición:</a:t>
            </a:r>
            <a:r>
              <a:rPr lang="es-PE" dirty="0"/>
              <a:t> cuando un debatiente A atribuye erróneamente una característica propia del una parte Z al todo del que forma parte X.</a:t>
            </a:r>
          </a:p>
          <a:p>
            <a:pPr marL="0" indent="0">
              <a:buNone/>
            </a:pPr>
            <a:endParaRPr lang="es-PE" dirty="0"/>
          </a:p>
          <a:p>
            <a:r>
              <a:rPr lang="es-PE" b="1" dirty="0"/>
              <a:t>Anfibología: </a:t>
            </a:r>
            <a:r>
              <a:rPr lang="es-PE" dirty="0"/>
              <a:t>cuando un debatiente A malinterpreta la información a la que se refiere su opositor B porque la estructura gramatical de un enunciado que utilizó expresa más de una proposición por ser ambigua.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3666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DEB89E4-50A1-1AF0-C8A2-827A20417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 Disposiciones</a:t>
            </a:r>
          </a:p>
        </p:txBody>
      </p:sp>
    </p:spTree>
    <p:extLst>
      <p:ext uri="{BB962C8B-B14F-4D97-AF65-F5344CB8AC3E}">
        <p14:creationId xmlns:p14="http://schemas.microsoft.com/office/powerpoint/2010/main" val="3730317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Marcador de contenido 6">
            <a:extLst>
              <a:ext uri="{FF2B5EF4-FFF2-40B4-BE49-F238E27FC236}">
                <a16:creationId xmlns:a16="http://schemas.microsoft.com/office/drawing/2014/main" id="{74DBA2C6-CBA4-5DFE-D25D-0A7905F72C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89201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9366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821C8F6-1616-BF94-C632-3D00C082B9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4340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01494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3206</TotalTime>
  <Words>1363</Words>
  <Application>Microsoft Office PowerPoint</Application>
  <PresentationFormat>Panorámica</PresentationFormat>
  <Paragraphs>73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de Office</vt:lpstr>
      <vt:lpstr>Unidad 1. Introducción al pensamiento crítico</vt:lpstr>
      <vt:lpstr>3. Falacias</vt:lpstr>
      <vt:lpstr>Presentación de PowerPoint</vt:lpstr>
      <vt:lpstr>Ad hominem</vt:lpstr>
      <vt:lpstr>Ad hominem</vt:lpstr>
      <vt:lpstr>Ad populum</vt:lpstr>
      <vt:lpstr>Ad verecundiam</vt:lpstr>
      <vt:lpstr>Ex populo</vt:lpstr>
      <vt:lpstr>Causa falsa</vt:lpstr>
      <vt:lpstr>Pendiente resbaladiza</vt:lpstr>
      <vt:lpstr>Argumentación irrelevante</vt:lpstr>
      <vt:lpstr>Otras falacias mencionadas</vt:lpstr>
      <vt:lpstr>Otras falacias mencionadas</vt:lpstr>
      <vt:lpstr>4. Disposiciones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Solidez argumentativa y errores en la argumentación</dc:title>
  <dc:creator>Raymond Ocampo Salazar</dc:creator>
  <cp:lastModifiedBy>Raymond Ocampo Salazar</cp:lastModifiedBy>
  <cp:revision>102</cp:revision>
  <dcterms:created xsi:type="dcterms:W3CDTF">2021-11-01T21:32:07Z</dcterms:created>
  <dcterms:modified xsi:type="dcterms:W3CDTF">2025-09-12T02:54:41Z</dcterms:modified>
</cp:coreProperties>
</file>