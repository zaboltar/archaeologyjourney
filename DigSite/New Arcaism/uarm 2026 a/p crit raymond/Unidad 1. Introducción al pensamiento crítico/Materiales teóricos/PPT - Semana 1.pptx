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6" r:id="rId6"/>
    <p:sldId id="261" r:id="rId7"/>
    <p:sldId id="262" r:id="rId8"/>
    <p:sldId id="263" r:id="rId9"/>
    <p:sldId id="264" r:id="rId10"/>
    <p:sldId id="274" r:id="rId11"/>
    <p:sldId id="265" r:id="rId12"/>
    <p:sldId id="266" r:id="rId13"/>
    <p:sldId id="268" r:id="rId14"/>
    <p:sldId id="267" r:id="rId15"/>
    <p:sldId id="269" r:id="rId16"/>
    <p:sldId id="275" r:id="rId17"/>
    <p:sldId id="270" r:id="rId18"/>
    <p:sldId id="271" r:id="rId19"/>
    <p:sldId id="272" r:id="rId20"/>
    <p:sldId id="273"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mond Ocampo Salazar" userId="8c5e0022-6c32-4ab7-ab0b-1a09adf74a88" providerId="ADAL" clId="{3E7C9F03-A78D-4068-9848-015263EBABE1}"/>
    <pc:docChg chg="undo custSel addSld delSld modSld">
      <pc:chgData name="Raymond Ocampo Salazar" userId="8c5e0022-6c32-4ab7-ab0b-1a09adf74a88" providerId="ADAL" clId="{3E7C9F03-A78D-4068-9848-015263EBABE1}" dt="2024-09-02T18:40:51.593" v="10245" actId="20577"/>
      <pc:docMkLst>
        <pc:docMk/>
      </pc:docMkLst>
      <pc:sldChg chg="modSp mod">
        <pc:chgData name="Raymond Ocampo Salazar" userId="8c5e0022-6c32-4ab7-ab0b-1a09adf74a88" providerId="ADAL" clId="{3E7C9F03-A78D-4068-9848-015263EBABE1}" dt="2024-08-24T21:01:01.632" v="401" actId="1076"/>
        <pc:sldMkLst>
          <pc:docMk/>
          <pc:sldMk cId="3729772454" sldId="256"/>
        </pc:sldMkLst>
      </pc:sldChg>
      <pc:sldChg chg="addSp delSp modSp new mod modClrScheme chgLayout">
        <pc:chgData name="Raymond Ocampo Salazar" userId="8c5e0022-6c32-4ab7-ab0b-1a09adf74a88" providerId="ADAL" clId="{3E7C9F03-A78D-4068-9848-015263EBABE1}" dt="2024-09-02T18:40:51.593" v="10245" actId="20577"/>
        <pc:sldMkLst>
          <pc:docMk/>
          <pc:sldMk cId="2798425513" sldId="257"/>
        </pc:sldMkLst>
      </pc:sldChg>
      <pc:sldChg chg="delSp modSp new del mod">
        <pc:chgData name="Raymond Ocampo Salazar" userId="8c5e0022-6c32-4ab7-ab0b-1a09adf74a88" providerId="ADAL" clId="{3E7C9F03-A78D-4068-9848-015263EBABE1}" dt="2024-08-27T12:24:08.719" v="8856" actId="47"/>
        <pc:sldMkLst>
          <pc:docMk/>
          <pc:sldMk cId="1104227642" sldId="258"/>
        </pc:sldMkLst>
      </pc:sldChg>
      <pc:sldChg chg="addSp delSp modSp new mod modClrScheme chgLayout">
        <pc:chgData name="Raymond Ocampo Salazar" userId="8c5e0022-6c32-4ab7-ab0b-1a09adf74a88" providerId="ADAL" clId="{3E7C9F03-A78D-4068-9848-015263EBABE1}" dt="2024-08-25T16:28:03.311" v="1477" actId="20577"/>
        <pc:sldMkLst>
          <pc:docMk/>
          <pc:sldMk cId="3488461967" sldId="259"/>
        </pc:sldMkLst>
      </pc:sldChg>
      <pc:sldChg chg="addSp delSp modSp new mod setBg">
        <pc:chgData name="Raymond Ocampo Salazar" userId="8c5e0022-6c32-4ab7-ab0b-1a09adf74a88" providerId="ADAL" clId="{3E7C9F03-A78D-4068-9848-015263EBABE1}" dt="2024-08-26T19:08:35.164" v="7242" actId="403"/>
        <pc:sldMkLst>
          <pc:docMk/>
          <pc:sldMk cId="2484484743" sldId="260"/>
        </pc:sldMkLst>
      </pc:sldChg>
      <pc:sldChg chg="modSp new mod">
        <pc:chgData name="Raymond Ocampo Salazar" userId="8c5e0022-6c32-4ab7-ab0b-1a09adf74a88" providerId="ADAL" clId="{3E7C9F03-A78D-4068-9848-015263EBABE1}" dt="2024-08-26T19:03:29.210" v="7211" actId="20577"/>
        <pc:sldMkLst>
          <pc:docMk/>
          <pc:sldMk cId="3262469262" sldId="261"/>
        </pc:sldMkLst>
      </pc:sldChg>
      <pc:sldChg chg="modSp new mod">
        <pc:chgData name="Raymond Ocampo Salazar" userId="8c5e0022-6c32-4ab7-ab0b-1a09adf74a88" providerId="ADAL" clId="{3E7C9F03-A78D-4068-9848-015263EBABE1}" dt="2024-08-25T23:14:17.987" v="3101" actId="20577"/>
        <pc:sldMkLst>
          <pc:docMk/>
          <pc:sldMk cId="2642591115" sldId="262"/>
        </pc:sldMkLst>
      </pc:sldChg>
      <pc:sldChg chg="delSp modSp new mod">
        <pc:chgData name="Raymond Ocampo Salazar" userId="8c5e0022-6c32-4ab7-ab0b-1a09adf74a88" providerId="ADAL" clId="{3E7C9F03-A78D-4068-9848-015263EBABE1}" dt="2024-08-25T23:27:19.837" v="3125" actId="20577"/>
        <pc:sldMkLst>
          <pc:docMk/>
          <pc:sldMk cId="173835310" sldId="263"/>
        </pc:sldMkLst>
      </pc:sldChg>
      <pc:sldChg chg="modSp new mod">
        <pc:chgData name="Raymond Ocampo Salazar" userId="8c5e0022-6c32-4ab7-ab0b-1a09adf74a88" providerId="ADAL" clId="{3E7C9F03-A78D-4068-9848-015263EBABE1}" dt="2024-08-25T23:31:27.231" v="3807" actId="20577"/>
        <pc:sldMkLst>
          <pc:docMk/>
          <pc:sldMk cId="3203107265" sldId="264"/>
        </pc:sldMkLst>
      </pc:sldChg>
      <pc:sldChg chg="modSp new mod">
        <pc:chgData name="Raymond Ocampo Salazar" userId="8c5e0022-6c32-4ab7-ab0b-1a09adf74a88" providerId="ADAL" clId="{3E7C9F03-A78D-4068-9848-015263EBABE1}" dt="2024-08-26T04:25:31.641" v="4343" actId="20577"/>
        <pc:sldMkLst>
          <pc:docMk/>
          <pc:sldMk cId="384780577" sldId="265"/>
        </pc:sldMkLst>
      </pc:sldChg>
      <pc:sldChg chg="modSp new mod">
        <pc:chgData name="Raymond Ocampo Salazar" userId="8c5e0022-6c32-4ab7-ab0b-1a09adf74a88" providerId="ADAL" clId="{3E7C9F03-A78D-4068-9848-015263EBABE1}" dt="2024-08-26T04:36:53.084" v="4378" actId="20577"/>
        <pc:sldMkLst>
          <pc:docMk/>
          <pc:sldMk cId="3524236493" sldId="266"/>
        </pc:sldMkLst>
      </pc:sldChg>
      <pc:sldChg chg="modSp new mod">
        <pc:chgData name="Raymond Ocampo Salazar" userId="8c5e0022-6c32-4ab7-ab0b-1a09adf74a88" providerId="ADAL" clId="{3E7C9F03-A78D-4068-9848-015263EBABE1}" dt="2024-08-26T05:15:37.740" v="5364" actId="20577"/>
        <pc:sldMkLst>
          <pc:docMk/>
          <pc:sldMk cId="811759936" sldId="267"/>
        </pc:sldMkLst>
      </pc:sldChg>
      <pc:sldChg chg="modSp new mod">
        <pc:chgData name="Raymond Ocampo Salazar" userId="8c5e0022-6c32-4ab7-ab0b-1a09adf74a88" providerId="ADAL" clId="{3E7C9F03-A78D-4068-9848-015263EBABE1}" dt="2024-08-26T19:06:35.060" v="7230" actId="1076"/>
        <pc:sldMkLst>
          <pc:docMk/>
          <pc:sldMk cId="457760584" sldId="268"/>
        </pc:sldMkLst>
      </pc:sldChg>
      <pc:sldChg chg="modSp new mod">
        <pc:chgData name="Raymond Ocampo Salazar" userId="8c5e0022-6c32-4ab7-ab0b-1a09adf74a88" providerId="ADAL" clId="{3E7C9F03-A78D-4068-9848-015263EBABE1}" dt="2024-08-27T12:38:44.213" v="10028" actId="20577"/>
        <pc:sldMkLst>
          <pc:docMk/>
          <pc:sldMk cId="492213924" sldId="269"/>
        </pc:sldMkLst>
      </pc:sldChg>
      <pc:sldChg chg="modSp new mod">
        <pc:chgData name="Raymond Ocampo Salazar" userId="8c5e0022-6c32-4ab7-ab0b-1a09adf74a88" providerId="ADAL" clId="{3E7C9F03-A78D-4068-9848-015263EBABE1}" dt="2024-08-26T06:21:24.725" v="6974" actId="20577"/>
        <pc:sldMkLst>
          <pc:docMk/>
          <pc:sldMk cId="699786251" sldId="270"/>
        </pc:sldMkLst>
      </pc:sldChg>
      <pc:sldChg chg="delSp modSp new mod">
        <pc:chgData name="Raymond Ocampo Salazar" userId="8c5e0022-6c32-4ab7-ab0b-1a09adf74a88" providerId="ADAL" clId="{3E7C9F03-A78D-4068-9848-015263EBABE1}" dt="2024-08-26T06:22:01.361" v="6975" actId="478"/>
        <pc:sldMkLst>
          <pc:docMk/>
          <pc:sldMk cId="56277311" sldId="271"/>
        </pc:sldMkLst>
      </pc:sldChg>
      <pc:sldChg chg="modSp new mod">
        <pc:chgData name="Raymond Ocampo Salazar" userId="8c5e0022-6c32-4ab7-ab0b-1a09adf74a88" providerId="ADAL" clId="{3E7C9F03-A78D-4068-9848-015263EBABE1}" dt="2024-08-26T19:09:16.229" v="7251" actId="1076"/>
        <pc:sldMkLst>
          <pc:docMk/>
          <pc:sldMk cId="3792189900" sldId="272"/>
        </pc:sldMkLst>
      </pc:sldChg>
      <pc:sldChg chg="modSp new mod">
        <pc:chgData name="Raymond Ocampo Salazar" userId="8c5e0022-6c32-4ab7-ab0b-1a09adf74a88" providerId="ADAL" clId="{3E7C9F03-A78D-4068-9848-015263EBABE1}" dt="2024-08-27T12:44:43.100" v="10031" actId="20577"/>
        <pc:sldMkLst>
          <pc:docMk/>
          <pc:sldMk cId="4043690096" sldId="273"/>
        </pc:sldMkLst>
      </pc:sldChg>
      <pc:sldChg chg="addSp delSp modSp new mod setBg">
        <pc:chgData name="Raymond Ocampo Salazar" userId="8c5e0022-6c32-4ab7-ab0b-1a09adf74a88" providerId="ADAL" clId="{3E7C9F03-A78D-4068-9848-015263EBABE1}" dt="2024-08-26T19:06:17.446" v="7229" actId="26606"/>
        <pc:sldMkLst>
          <pc:docMk/>
          <pc:sldMk cId="91369803" sldId="274"/>
        </pc:sldMkLst>
      </pc:sldChg>
      <pc:sldChg chg="addSp delSp modSp new mod">
        <pc:chgData name="Raymond Ocampo Salazar" userId="8c5e0022-6c32-4ab7-ab0b-1a09adf74a88" providerId="ADAL" clId="{3E7C9F03-A78D-4068-9848-015263EBABE1}" dt="2024-08-26T19:08:13.645" v="7236" actId="962"/>
        <pc:sldMkLst>
          <pc:docMk/>
          <pc:sldMk cId="744185950" sldId="275"/>
        </pc:sldMkLst>
      </pc:sldChg>
      <pc:sldChg chg="addSp delSp modSp new mod">
        <pc:chgData name="Raymond Ocampo Salazar" userId="8c5e0022-6c32-4ab7-ab0b-1a09adf74a88" providerId="ADAL" clId="{3E7C9F03-A78D-4068-9848-015263EBABE1}" dt="2024-08-26T19:08:56.998" v="7247" actId="1076"/>
        <pc:sldMkLst>
          <pc:docMk/>
          <pc:sldMk cId="2092245750" sldId="276"/>
        </pc:sldMkLst>
      </pc:sldChg>
      <pc:sldChg chg="modSp new mod">
        <pc:chgData name="Raymond Ocampo Salazar" userId="8c5e0022-6c32-4ab7-ab0b-1a09adf74a88" providerId="ADAL" clId="{3E7C9F03-A78D-4068-9848-015263EBABE1}" dt="2024-08-27T12:45:10.499" v="10046" actId="1076"/>
        <pc:sldMkLst>
          <pc:docMk/>
          <pc:sldMk cId="259207998" sldId="277"/>
        </pc:sldMkLst>
      </pc:sldChg>
      <pc:sldChg chg="addSp delSp modSp new mod">
        <pc:chgData name="Raymond Ocampo Salazar" userId="8c5e0022-6c32-4ab7-ab0b-1a09adf74a88" providerId="ADAL" clId="{3E7C9F03-A78D-4068-9848-015263EBABE1}" dt="2024-08-27T12:46:41.764" v="10065" actId="20577"/>
        <pc:sldMkLst>
          <pc:docMk/>
          <pc:sldMk cId="1529627736" sldId="278"/>
        </pc:sldMkLst>
      </pc:sldChg>
      <pc:sldChg chg="modSp new mod">
        <pc:chgData name="Raymond Ocampo Salazar" userId="8c5e0022-6c32-4ab7-ab0b-1a09adf74a88" providerId="ADAL" clId="{3E7C9F03-A78D-4068-9848-015263EBABE1}" dt="2024-08-27T12:21:38.712" v="8821" actId="20577"/>
        <pc:sldMkLst>
          <pc:docMk/>
          <pc:sldMk cId="1670108541" sldId="279"/>
        </pc:sldMkLst>
      </pc:sldChg>
      <pc:sldChg chg="delSp modSp new mod">
        <pc:chgData name="Raymond Ocampo Salazar" userId="8c5e0022-6c32-4ab7-ab0b-1a09adf74a88" providerId="ADAL" clId="{3E7C9F03-A78D-4068-9848-015263EBABE1}" dt="2024-08-27T12:24:21.990" v="8857" actId="1076"/>
        <pc:sldMkLst>
          <pc:docMk/>
          <pc:sldMk cId="3306874345" sldId="280"/>
        </pc:sldMkLst>
      </pc:sldChg>
      <pc:sldChg chg="modSp new mod">
        <pc:chgData name="Raymond Ocampo Salazar" userId="8c5e0022-6c32-4ab7-ab0b-1a09adf74a88" providerId="ADAL" clId="{3E7C9F03-A78D-4068-9848-015263EBABE1}" dt="2024-08-27T12:33:54.237" v="9929" actId="20577"/>
        <pc:sldMkLst>
          <pc:docMk/>
          <pc:sldMk cId="674156159" sldId="281"/>
        </pc:sldMkLst>
      </pc:sldChg>
      <pc:sldChg chg="delSp modSp new mod">
        <pc:chgData name="Raymond Ocampo Salazar" userId="8c5e0022-6c32-4ab7-ab0b-1a09adf74a88" providerId="ADAL" clId="{3E7C9F03-A78D-4068-9848-015263EBABE1}" dt="2024-08-27T12:37:06.861" v="9973" actId="20577"/>
        <pc:sldMkLst>
          <pc:docMk/>
          <pc:sldMk cId="1532891727" sldId="282"/>
        </pc:sldMkLst>
      </pc:sldChg>
      <pc:sldChg chg="modSp new mod">
        <pc:chgData name="Raymond Ocampo Salazar" userId="8c5e0022-6c32-4ab7-ab0b-1a09adf74a88" providerId="ADAL" clId="{3E7C9F03-A78D-4068-9848-015263EBABE1}" dt="2024-08-27T12:54:17.222" v="10173" actId="20577"/>
        <pc:sldMkLst>
          <pc:docMk/>
          <pc:sldMk cId="40486198" sldId="283"/>
        </pc:sldMkLst>
      </pc:sldChg>
      <pc:sldChg chg="modSp new mod">
        <pc:chgData name="Raymond Ocampo Salazar" userId="8c5e0022-6c32-4ab7-ab0b-1a09adf74a88" providerId="ADAL" clId="{3E7C9F03-A78D-4068-9848-015263EBABE1}" dt="2024-08-27T12:57:18.162" v="10242" actId="14100"/>
        <pc:sldMkLst>
          <pc:docMk/>
          <pc:sldMk cId="1863447444" sldId="284"/>
        </pc:sldMkLst>
      </pc:sldChg>
    </pc:docChg>
  </pc:docChgLst>
  <pc:docChgLst>
    <pc:chgData name="Raymond Ocampo Salazar" userId="8c5e0022-6c32-4ab7-ab0b-1a09adf74a88" providerId="ADAL" clId="{E4867294-5311-4668-A5E1-FE0484F784E8}"/>
    <pc:docChg chg="undo custSel modSld">
      <pc:chgData name="Raymond Ocampo Salazar" userId="8c5e0022-6c32-4ab7-ab0b-1a09adf74a88" providerId="ADAL" clId="{E4867294-5311-4668-A5E1-FE0484F784E8}" dt="2025-01-07T14:38:20.877" v="84"/>
      <pc:docMkLst>
        <pc:docMk/>
      </pc:docMkLst>
      <pc:sldChg chg="addSp delSp modSp mod setBg addAnim delAnim">
        <pc:chgData name="Raymond Ocampo Salazar" userId="8c5e0022-6c32-4ab7-ab0b-1a09adf74a88" providerId="ADAL" clId="{E4867294-5311-4668-A5E1-FE0484F784E8}" dt="2025-01-07T14:38:20.877" v="84"/>
        <pc:sldMkLst>
          <pc:docMk/>
          <pc:sldMk cId="3729772454" sldId="256"/>
        </pc:sldMkLst>
      </pc:sldChg>
      <pc:sldChg chg="setBg">
        <pc:chgData name="Raymond Ocampo Salazar" userId="8c5e0022-6c32-4ab7-ab0b-1a09adf74a88" providerId="ADAL" clId="{E4867294-5311-4668-A5E1-FE0484F784E8}" dt="2025-01-07T14:38:20.877" v="84"/>
        <pc:sldMkLst>
          <pc:docMk/>
          <pc:sldMk cId="2798425513" sldId="257"/>
        </pc:sldMkLst>
      </pc:sldChg>
      <pc:sldChg chg="setBg">
        <pc:chgData name="Raymond Ocampo Salazar" userId="8c5e0022-6c32-4ab7-ab0b-1a09adf74a88" providerId="ADAL" clId="{E4867294-5311-4668-A5E1-FE0484F784E8}" dt="2025-01-07T14:38:20.877" v="84"/>
        <pc:sldMkLst>
          <pc:docMk/>
          <pc:sldMk cId="3488461967" sldId="259"/>
        </pc:sldMkLst>
      </pc:sldChg>
      <pc:sldChg chg="setBg">
        <pc:chgData name="Raymond Ocampo Salazar" userId="8c5e0022-6c32-4ab7-ab0b-1a09adf74a88" providerId="ADAL" clId="{E4867294-5311-4668-A5E1-FE0484F784E8}" dt="2025-01-07T14:38:20.877" v="84"/>
        <pc:sldMkLst>
          <pc:docMk/>
          <pc:sldMk cId="2484484743" sldId="260"/>
        </pc:sldMkLst>
      </pc:sldChg>
      <pc:sldChg chg="setBg">
        <pc:chgData name="Raymond Ocampo Salazar" userId="8c5e0022-6c32-4ab7-ab0b-1a09adf74a88" providerId="ADAL" clId="{E4867294-5311-4668-A5E1-FE0484F784E8}" dt="2025-01-07T14:38:20.877" v="84"/>
        <pc:sldMkLst>
          <pc:docMk/>
          <pc:sldMk cId="3262469262" sldId="261"/>
        </pc:sldMkLst>
      </pc:sldChg>
      <pc:sldChg chg="modSp mod setBg">
        <pc:chgData name="Raymond Ocampo Salazar" userId="8c5e0022-6c32-4ab7-ab0b-1a09adf74a88" providerId="ADAL" clId="{E4867294-5311-4668-A5E1-FE0484F784E8}" dt="2025-01-07T14:38:20.877" v="84"/>
        <pc:sldMkLst>
          <pc:docMk/>
          <pc:sldMk cId="2642591115" sldId="262"/>
        </pc:sldMkLst>
      </pc:sldChg>
      <pc:sldChg chg="setBg">
        <pc:chgData name="Raymond Ocampo Salazar" userId="8c5e0022-6c32-4ab7-ab0b-1a09adf74a88" providerId="ADAL" clId="{E4867294-5311-4668-A5E1-FE0484F784E8}" dt="2025-01-07T14:38:20.877" v="84"/>
        <pc:sldMkLst>
          <pc:docMk/>
          <pc:sldMk cId="173835310" sldId="263"/>
        </pc:sldMkLst>
      </pc:sldChg>
      <pc:sldChg chg="setBg">
        <pc:chgData name="Raymond Ocampo Salazar" userId="8c5e0022-6c32-4ab7-ab0b-1a09adf74a88" providerId="ADAL" clId="{E4867294-5311-4668-A5E1-FE0484F784E8}" dt="2025-01-07T14:38:20.877" v="84"/>
        <pc:sldMkLst>
          <pc:docMk/>
          <pc:sldMk cId="3203107265" sldId="264"/>
        </pc:sldMkLst>
      </pc:sldChg>
      <pc:sldChg chg="setBg">
        <pc:chgData name="Raymond Ocampo Salazar" userId="8c5e0022-6c32-4ab7-ab0b-1a09adf74a88" providerId="ADAL" clId="{E4867294-5311-4668-A5E1-FE0484F784E8}" dt="2025-01-07T14:38:20.877" v="84"/>
        <pc:sldMkLst>
          <pc:docMk/>
          <pc:sldMk cId="384780577" sldId="265"/>
        </pc:sldMkLst>
      </pc:sldChg>
      <pc:sldChg chg="modSp mod setBg">
        <pc:chgData name="Raymond Ocampo Salazar" userId="8c5e0022-6c32-4ab7-ab0b-1a09adf74a88" providerId="ADAL" clId="{E4867294-5311-4668-A5E1-FE0484F784E8}" dt="2025-01-07T14:38:20.877" v="84"/>
        <pc:sldMkLst>
          <pc:docMk/>
          <pc:sldMk cId="3524236493" sldId="266"/>
        </pc:sldMkLst>
      </pc:sldChg>
      <pc:sldChg chg="setBg">
        <pc:chgData name="Raymond Ocampo Salazar" userId="8c5e0022-6c32-4ab7-ab0b-1a09adf74a88" providerId="ADAL" clId="{E4867294-5311-4668-A5E1-FE0484F784E8}" dt="2025-01-07T14:38:20.877" v="84"/>
        <pc:sldMkLst>
          <pc:docMk/>
          <pc:sldMk cId="811759936" sldId="267"/>
        </pc:sldMkLst>
      </pc:sldChg>
      <pc:sldChg chg="modSp mod setBg">
        <pc:chgData name="Raymond Ocampo Salazar" userId="8c5e0022-6c32-4ab7-ab0b-1a09adf74a88" providerId="ADAL" clId="{E4867294-5311-4668-A5E1-FE0484F784E8}" dt="2025-01-07T14:38:20.877" v="84"/>
        <pc:sldMkLst>
          <pc:docMk/>
          <pc:sldMk cId="457760584" sldId="268"/>
        </pc:sldMkLst>
      </pc:sldChg>
      <pc:sldChg chg="setBg">
        <pc:chgData name="Raymond Ocampo Salazar" userId="8c5e0022-6c32-4ab7-ab0b-1a09adf74a88" providerId="ADAL" clId="{E4867294-5311-4668-A5E1-FE0484F784E8}" dt="2025-01-07T14:38:20.877" v="84"/>
        <pc:sldMkLst>
          <pc:docMk/>
          <pc:sldMk cId="492213924" sldId="269"/>
        </pc:sldMkLst>
      </pc:sldChg>
      <pc:sldChg chg="modSp mod setBg">
        <pc:chgData name="Raymond Ocampo Salazar" userId="8c5e0022-6c32-4ab7-ab0b-1a09adf74a88" providerId="ADAL" clId="{E4867294-5311-4668-A5E1-FE0484F784E8}" dt="2025-01-07T14:38:20.877" v="84"/>
        <pc:sldMkLst>
          <pc:docMk/>
          <pc:sldMk cId="699786251" sldId="270"/>
        </pc:sldMkLst>
      </pc:sldChg>
      <pc:sldChg chg="modSp mod setBg">
        <pc:chgData name="Raymond Ocampo Salazar" userId="8c5e0022-6c32-4ab7-ab0b-1a09adf74a88" providerId="ADAL" clId="{E4867294-5311-4668-A5E1-FE0484F784E8}" dt="2025-01-07T14:38:20.877" v="84"/>
        <pc:sldMkLst>
          <pc:docMk/>
          <pc:sldMk cId="56277311" sldId="271"/>
        </pc:sldMkLst>
      </pc:sldChg>
      <pc:sldChg chg="modSp mod setBg">
        <pc:chgData name="Raymond Ocampo Salazar" userId="8c5e0022-6c32-4ab7-ab0b-1a09adf74a88" providerId="ADAL" clId="{E4867294-5311-4668-A5E1-FE0484F784E8}" dt="2025-01-07T14:38:20.877" v="84"/>
        <pc:sldMkLst>
          <pc:docMk/>
          <pc:sldMk cId="3792189900" sldId="272"/>
        </pc:sldMkLst>
      </pc:sldChg>
      <pc:sldChg chg="modSp mod setBg">
        <pc:chgData name="Raymond Ocampo Salazar" userId="8c5e0022-6c32-4ab7-ab0b-1a09adf74a88" providerId="ADAL" clId="{E4867294-5311-4668-A5E1-FE0484F784E8}" dt="2025-01-07T14:38:20.877" v="84"/>
        <pc:sldMkLst>
          <pc:docMk/>
          <pc:sldMk cId="4043690096" sldId="273"/>
        </pc:sldMkLst>
      </pc:sldChg>
      <pc:sldChg chg="setBg">
        <pc:chgData name="Raymond Ocampo Salazar" userId="8c5e0022-6c32-4ab7-ab0b-1a09adf74a88" providerId="ADAL" clId="{E4867294-5311-4668-A5E1-FE0484F784E8}" dt="2025-01-07T14:38:20.877" v="84"/>
        <pc:sldMkLst>
          <pc:docMk/>
          <pc:sldMk cId="91369803" sldId="274"/>
        </pc:sldMkLst>
      </pc:sldChg>
      <pc:sldChg chg="setBg">
        <pc:chgData name="Raymond Ocampo Salazar" userId="8c5e0022-6c32-4ab7-ab0b-1a09adf74a88" providerId="ADAL" clId="{E4867294-5311-4668-A5E1-FE0484F784E8}" dt="2025-01-07T14:38:20.877" v="84"/>
        <pc:sldMkLst>
          <pc:docMk/>
          <pc:sldMk cId="744185950" sldId="275"/>
        </pc:sldMkLst>
      </pc:sldChg>
      <pc:sldChg chg="setBg">
        <pc:chgData name="Raymond Ocampo Salazar" userId="8c5e0022-6c32-4ab7-ab0b-1a09adf74a88" providerId="ADAL" clId="{E4867294-5311-4668-A5E1-FE0484F784E8}" dt="2025-01-07T14:38:20.877" v="84"/>
        <pc:sldMkLst>
          <pc:docMk/>
          <pc:sldMk cId="2092245750" sldId="276"/>
        </pc:sldMkLst>
      </pc:sldChg>
      <pc:sldChg chg="setBg">
        <pc:chgData name="Raymond Ocampo Salazar" userId="8c5e0022-6c32-4ab7-ab0b-1a09adf74a88" providerId="ADAL" clId="{E4867294-5311-4668-A5E1-FE0484F784E8}" dt="2025-01-07T14:38:20.877" v="84"/>
        <pc:sldMkLst>
          <pc:docMk/>
          <pc:sldMk cId="259207998" sldId="277"/>
        </pc:sldMkLst>
      </pc:sldChg>
      <pc:sldChg chg="setBg">
        <pc:chgData name="Raymond Ocampo Salazar" userId="8c5e0022-6c32-4ab7-ab0b-1a09adf74a88" providerId="ADAL" clId="{E4867294-5311-4668-A5E1-FE0484F784E8}" dt="2025-01-07T14:38:20.877" v="84"/>
        <pc:sldMkLst>
          <pc:docMk/>
          <pc:sldMk cId="1529627736" sldId="278"/>
        </pc:sldMkLst>
      </pc:sldChg>
      <pc:sldChg chg="setBg">
        <pc:chgData name="Raymond Ocampo Salazar" userId="8c5e0022-6c32-4ab7-ab0b-1a09adf74a88" providerId="ADAL" clId="{E4867294-5311-4668-A5E1-FE0484F784E8}" dt="2025-01-07T14:38:20.877" v="84"/>
        <pc:sldMkLst>
          <pc:docMk/>
          <pc:sldMk cId="1670108541" sldId="279"/>
        </pc:sldMkLst>
      </pc:sldChg>
      <pc:sldChg chg="setBg">
        <pc:chgData name="Raymond Ocampo Salazar" userId="8c5e0022-6c32-4ab7-ab0b-1a09adf74a88" providerId="ADAL" clId="{E4867294-5311-4668-A5E1-FE0484F784E8}" dt="2025-01-07T14:38:20.877" v="84"/>
        <pc:sldMkLst>
          <pc:docMk/>
          <pc:sldMk cId="3306874345" sldId="280"/>
        </pc:sldMkLst>
      </pc:sldChg>
      <pc:sldChg chg="setBg">
        <pc:chgData name="Raymond Ocampo Salazar" userId="8c5e0022-6c32-4ab7-ab0b-1a09adf74a88" providerId="ADAL" clId="{E4867294-5311-4668-A5E1-FE0484F784E8}" dt="2025-01-07T14:38:20.877" v="84"/>
        <pc:sldMkLst>
          <pc:docMk/>
          <pc:sldMk cId="674156159" sldId="281"/>
        </pc:sldMkLst>
      </pc:sldChg>
      <pc:sldChg chg="setBg">
        <pc:chgData name="Raymond Ocampo Salazar" userId="8c5e0022-6c32-4ab7-ab0b-1a09adf74a88" providerId="ADAL" clId="{E4867294-5311-4668-A5E1-FE0484F784E8}" dt="2025-01-07T14:38:20.877" v="84"/>
        <pc:sldMkLst>
          <pc:docMk/>
          <pc:sldMk cId="1532891727" sldId="282"/>
        </pc:sldMkLst>
      </pc:sldChg>
      <pc:sldChg chg="setBg">
        <pc:chgData name="Raymond Ocampo Salazar" userId="8c5e0022-6c32-4ab7-ab0b-1a09adf74a88" providerId="ADAL" clId="{E4867294-5311-4668-A5E1-FE0484F784E8}" dt="2025-01-07T14:38:20.877" v="84"/>
        <pc:sldMkLst>
          <pc:docMk/>
          <pc:sldMk cId="40486198" sldId="283"/>
        </pc:sldMkLst>
      </pc:sldChg>
      <pc:sldChg chg="setBg">
        <pc:chgData name="Raymond Ocampo Salazar" userId="8c5e0022-6c32-4ab7-ab0b-1a09adf74a88" providerId="ADAL" clId="{E4867294-5311-4668-A5E1-FE0484F784E8}" dt="2025-01-07T14:38:20.877" v="84"/>
        <pc:sldMkLst>
          <pc:docMk/>
          <pc:sldMk cId="1863447444" sldId="284"/>
        </pc:sldMkLst>
      </pc:sldChg>
    </pc:docChg>
  </pc:docChgLst>
  <pc:docChgLst>
    <pc:chgData name="Raymond Ocampo Salazar" userId="S::raymond.ocampo@uarm.pe::8c5e0022-6c32-4ab7-ab0b-1a09adf74a88" providerId="AD" clId="Web-{A9990173-3813-2645-9914-92AC41759F8C}"/>
    <pc:docChg chg="modSld">
      <pc:chgData name="Raymond Ocampo Salazar" userId="S::raymond.ocampo@uarm.pe::8c5e0022-6c32-4ab7-ab0b-1a09adf74a88" providerId="AD" clId="Web-{A9990173-3813-2645-9914-92AC41759F8C}" dt="2024-09-02T04:00:19.294" v="13" actId="20577"/>
      <pc:docMkLst>
        <pc:docMk/>
      </pc:docMkLst>
      <pc:sldChg chg="modSp">
        <pc:chgData name="Raymond Ocampo Salazar" userId="S::raymond.ocampo@uarm.pe::8c5e0022-6c32-4ab7-ab0b-1a09adf74a88" providerId="AD" clId="Web-{A9990173-3813-2645-9914-92AC41759F8C}" dt="2024-09-02T03:51:45.730" v="0" actId="20577"/>
        <pc:sldMkLst>
          <pc:docMk/>
          <pc:sldMk cId="457760584" sldId="268"/>
        </pc:sldMkLst>
      </pc:sldChg>
      <pc:sldChg chg="modSp">
        <pc:chgData name="Raymond Ocampo Salazar" userId="S::raymond.ocampo@uarm.pe::8c5e0022-6c32-4ab7-ab0b-1a09adf74a88" providerId="AD" clId="Web-{A9990173-3813-2645-9914-92AC41759F8C}" dt="2024-09-02T03:54:00.922" v="1" actId="20577"/>
        <pc:sldMkLst>
          <pc:docMk/>
          <pc:sldMk cId="492213924" sldId="269"/>
        </pc:sldMkLst>
      </pc:sldChg>
      <pc:sldChg chg="modSp">
        <pc:chgData name="Raymond Ocampo Salazar" userId="S::raymond.ocampo@uarm.pe::8c5e0022-6c32-4ab7-ab0b-1a09adf74a88" providerId="AD" clId="Web-{A9990173-3813-2645-9914-92AC41759F8C}" dt="2024-09-02T03:54:38.205" v="3" actId="20577"/>
        <pc:sldMkLst>
          <pc:docMk/>
          <pc:sldMk cId="699786251" sldId="270"/>
        </pc:sldMkLst>
      </pc:sldChg>
      <pc:sldChg chg="modSp">
        <pc:chgData name="Raymond Ocampo Salazar" userId="S::raymond.ocampo@uarm.pe::8c5e0022-6c32-4ab7-ab0b-1a09adf74a88" providerId="AD" clId="Web-{A9990173-3813-2645-9914-92AC41759F8C}" dt="2024-09-02T03:55:58.848" v="10" actId="20577"/>
        <pc:sldMkLst>
          <pc:docMk/>
          <pc:sldMk cId="56277311" sldId="271"/>
        </pc:sldMkLst>
      </pc:sldChg>
      <pc:sldChg chg="modSp">
        <pc:chgData name="Raymond Ocampo Salazar" userId="S::raymond.ocampo@uarm.pe::8c5e0022-6c32-4ab7-ab0b-1a09adf74a88" providerId="AD" clId="Web-{A9990173-3813-2645-9914-92AC41759F8C}" dt="2024-09-02T03:58:14.165" v="11" actId="20577"/>
        <pc:sldMkLst>
          <pc:docMk/>
          <pc:sldMk cId="4043690096" sldId="273"/>
        </pc:sldMkLst>
      </pc:sldChg>
      <pc:sldChg chg="modSp">
        <pc:chgData name="Raymond Ocampo Salazar" userId="S::raymond.ocampo@uarm.pe::8c5e0022-6c32-4ab7-ab0b-1a09adf74a88" providerId="AD" clId="Web-{A9990173-3813-2645-9914-92AC41759F8C}" dt="2024-09-02T04:00:19.294" v="13" actId="20577"/>
        <pc:sldMkLst>
          <pc:docMk/>
          <pc:sldMk cId="40486198" sldId="283"/>
        </pc:sldMkLst>
      </pc:sldChg>
    </pc:docChg>
  </pc:docChgLst>
  <pc:docChgLst>
    <pc:chgData name="Raymond Ocampo Salazar" userId="8c5e0022-6c32-4ab7-ab0b-1a09adf74a88" providerId="ADAL" clId="{8FFCA131-CBF7-4AA7-9435-6237CF1ADEBD}"/>
    <pc:docChg chg="modSld">
      <pc:chgData name="Raymond Ocampo Salazar" userId="8c5e0022-6c32-4ab7-ab0b-1a09adf74a88" providerId="ADAL" clId="{8FFCA131-CBF7-4AA7-9435-6237CF1ADEBD}" dt="2025-08-19T18:11:26.448" v="22" actId="20577"/>
      <pc:docMkLst>
        <pc:docMk/>
      </pc:docMkLst>
      <pc:sldChg chg="modSp mod">
        <pc:chgData name="Raymond Ocampo Salazar" userId="8c5e0022-6c32-4ab7-ab0b-1a09adf74a88" providerId="ADAL" clId="{8FFCA131-CBF7-4AA7-9435-6237CF1ADEBD}" dt="2025-08-19T18:11:26.448" v="22" actId="20577"/>
        <pc:sldMkLst>
          <pc:docMk/>
          <pc:sldMk cId="3729772454" sldId="256"/>
        </pc:sldMkLst>
        <pc:spChg chg="mod">
          <ac:chgData name="Raymond Ocampo Salazar" userId="8c5e0022-6c32-4ab7-ab0b-1a09adf74a88" providerId="ADAL" clId="{8FFCA131-CBF7-4AA7-9435-6237CF1ADEBD}" dt="2025-08-19T18:11:26.448" v="22" actId="20577"/>
          <ac:spMkLst>
            <pc:docMk/>
            <pc:sldMk cId="3729772454" sldId="256"/>
            <ac:spMk id="3" creationId="{FDABD820-DFB0-CEF0-99CE-AC15BD68409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119572-D7B2-1E25-BF71-0F995296BD7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61A49A23-68B1-7C3B-F7A7-58B7FEA59C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47144E4-E989-F7B2-426F-289D6593716B}"/>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5" name="Marcador de pie de página 4">
            <a:extLst>
              <a:ext uri="{FF2B5EF4-FFF2-40B4-BE49-F238E27FC236}">
                <a16:creationId xmlns:a16="http://schemas.microsoft.com/office/drawing/2014/main" id="{ED21E9A5-540D-F1B0-9FFA-931540FDEB96}"/>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1C7C10A6-66D7-3B26-7F80-E5988A41DFAF}"/>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3407917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9EFE06-711E-0913-125B-683D21F9A67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ADD93B18-6ACF-74F3-C2CA-6E1BE946CEE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1F9E87B-9B38-24B5-862D-FCA0A789EA54}"/>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5" name="Marcador de pie de página 4">
            <a:extLst>
              <a:ext uri="{FF2B5EF4-FFF2-40B4-BE49-F238E27FC236}">
                <a16:creationId xmlns:a16="http://schemas.microsoft.com/office/drawing/2014/main" id="{9E2D7EAA-6D6C-6815-FC22-4F3C30CCD9B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A70A179-95F8-8B0D-BA23-975E55C8B8EC}"/>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3336961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30BE8E-710D-B587-14B6-1B45494F7ED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96DDA188-DBB8-CF68-17F4-EA0F2E25AD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8D11AAC-F72F-2EF1-B3CC-AE4E11FDA6C9}"/>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5" name="Marcador de pie de página 4">
            <a:extLst>
              <a:ext uri="{FF2B5EF4-FFF2-40B4-BE49-F238E27FC236}">
                <a16:creationId xmlns:a16="http://schemas.microsoft.com/office/drawing/2014/main" id="{8C3A1831-A95F-3F54-642A-37590A28927F}"/>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AAEC5C4-891A-1DEB-B474-0E4151728248}"/>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1285661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CA4E1E-2460-20AB-8683-FB9DE6C3747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4290289-164D-8D28-252A-9F89369D62F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9223A32A-51FC-FD30-ED44-08C423ECE9C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F20F941F-2449-E33A-CB23-4B3C1FD3E4CA}"/>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6" name="Marcador de pie de página 5">
            <a:extLst>
              <a:ext uri="{FF2B5EF4-FFF2-40B4-BE49-F238E27FC236}">
                <a16:creationId xmlns:a16="http://schemas.microsoft.com/office/drawing/2014/main" id="{44728938-6E49-1B37-EE1A-2E7BB8F2405B}"/>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C702CEF-7A74-FCB0-363D-9984DB805D87}"/>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657956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1017AD-9D46-FD65-6DCF-D4601E5ADA8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27ADF485-6794-E068-79DD-E7A51EF5D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8C55453-E4AF-D07A-C6FD-D07AB45BFFE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5439526F-6C51-CA8D-F29B-37631EE336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F8B2D11-E834-BB6A-66DF-F9D7A9CBEDB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FF4C078D-C20A-937F-BAC4-204C98940078}"/>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8" name="Marcador de pie de página 7">
            <a:extLst>
              <a:ext uri="{FF2B5EF4-FFF2-40B4-BE49-F238E27FC236}">
                <a16:creationId xmlns:a16="http://schemas.microsoft.com/office/drawing/2014/main" id="{CD5CCC66-0919-B2BE-BBA7-C63F2E5ECE6D}"/>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0830EA78-A5BC-35C8-EBE3-F7791C6749AC}"/>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587788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6EBBD0-2158-E7C1-1F61-9DE8B2530D8D}"/>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E8565E77-5405-F5F2-D3E1-E1B38C05AA7B}"/>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4" name="Marcador de pie de página 3">
            <a:extLst>
              <a:ext uri="{FF2B5EF4-FFF2-40B4-BE49-F238E27FC236}">
                <a16:creationId xmlns:a16="http://schemas.microsoft.com/office/drawing/2014/main" id="{21024CBF-B8A0-EA89-6CFF-ED2804CEB956}"/>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A86B1500-4BA2-8BE5-4806-AC35D9C62F2B}"/>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1239197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9419536-5A82-63B3-E1E8-4C8AE0ED124A}"/>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3" name="Marcador de pie de página 2">
            <a:extLst>
              <a:ext uri="{FF2B5EF4-FFF2-40B4-BE49-F238E27FC236}">
                <a16:creationId xmlns:a16="http://schemas.microsoft.com/office/drawing/2014/main" id="{44FF3699-F75F-289E-3DB9-085F58716CB1}"/>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3F7FCE7D-2D34-1CB0-C6CB-D1C6F8DCB480}"/>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1947689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F3DE43-2943-3122-0DD2-311D40DABB4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C91AFCF-E061-B134-FB31-00611C360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A16389C-8C04-ACD3-949E-63B6452833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C6B3892-A02A-D055-5B4F-53AF52F85B9F}"/>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6" name="Marcador de pie de página 5">
            <a:extLst>
              <a:ext uri="{FF2B5EF4-FFF2-40B4-BE49-F238E27FC236}">
                <a16:creationId xmlns:a16="http://schemas.microsoft.com/office/drawing/2014/main" id="{8CE9DBF4-4CCF-56A8-6AB3-B66E2BFFAAAC}"/>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263BCABA-7197-891D-0ACB-68610C4E1D55}"/>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399996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972CAC-4E46-8E33-8F45-FB127CD8EE9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886C14EF-D69E-741C-26AC-A326AD2066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F568C2D-6863-99D6-B696-1C43DF3EAC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0E65A11-7569-7A1F-6ACC-06036F23F3A3}"/>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6" name="Marcador de pie de página 5">
            <a:extLst>
              <a:ext uri="{FF2B5EF4-FFF2-40B4-BE49-F238E27FC236}">
                <a16:creationId xmlns:a16="http://schemas.microsoft.com/office/drawing/2014/main" id="{A0D1DB7D-5DA7-1F83-82C4-FA5690E211B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DF3F1EC2-CAC1-4091-00A1-64D2CE25E114}"/>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2684350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74F742-BF41-465E-4CFB-1EB39C84EB8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A63BBF23-74CA-02EB-3181-65A971B9916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7055F389-C883-FB3E-C18B-F893B62204ED}"/>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5" name="Marcador de pie de página 4">
            <a:extLst>
              <a:ext uri="{FF2B5EF4-FFF2-40B4-BE49-F238E27FC236}">
                <a16:creationId xmlns:a16="http://schemas.microsoft.com/office/drawing/2014/main" id="{12419307-47BD-A233-CE9E-9FC48CD762B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2D39099-51FB-229B-4844-2A7DB6FC7EAB}"/>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1018979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EB90B1B-8451-3E5D-82A7-36A0FF44C41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7BFE0DFF-C7CB-FCE4-5029-6D2270390D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A77AF3B6-2424-9E93-BC4C-B7D49250FA84}"/>
              </a:ext>
            </a:extLst>
          </p:cNvPr>
          <p:cNvSpPr>
            <a:spLocks noGrp="1"/>
          </p:cNvSpPr>
          <p:nvPr>
            <p:ph type="dt" sz="half" idx="10"/>
          </p:nvPr>
        </p:nvSpPr>
        <p:spPr/>
        <p:txBody>
          <a:bodyPr/>
          <a:lstStyle/>
          <a:p>
            <a:fld id="{DE65D24D-3D5B-4F5B-8A63-B5FA6F5DB9DB}" type="datetimeFigureOut">
              <a:rPr lang="es-PE" smtClean="0"/>
              <a:t>19/08/2025</a:t>
            </a:fld>
            <a:endParaRPr lang="es-PE"/>
          </a:p>
        </p:txBody>
      </p:sp>
      <p:sp>
        <p:nvSpPr>
          <p:cNvPr id="5" name="Marcador de pie de página 4">
            <a:extLst>
              <a:ext uri="{FF2B5EF4-FFF2-40B4-BE49-F238E27FC236}">
                <a16:creationId xmlns:a16="http://schemas.microsoft.com/office/drawing/2014/main" id="{2EE51B9C-9935-35F5-9C76-59B2DA32C3BC}"/>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DA1633F-2BD5-E1DC-46AC-EDEBB23E2A67}"/>
              </a:ext>
            </a:extLst>
          </p:cNvPr>
          <p:cNvSpPr>
            <a:spLocks noGrp="1"/>
          </p:cNvSpPr>
          <p:nvPr>
            <p:ph type="sldNum" sz="quarter" idx="12"/>
          </p:nvPr>
        </p:nvSpPr>
        <p:spPr/>
        <p:txBody>
          <a:bodyPr/>
          <a:lstStyle/>
          <a:p>
            <a:fld id="{483A16CC-7378-463E-AC63-637A657A09F5}" type="slidenum">
              <a:rPr lang="es-PE" smtClean="0"/>
              <a:t>‹Nº›</a:t>
            </a:fld>
            <a:endParaRPr lang="es-PE"/>
          </a:p>
        </p:txBody>
      </p:sp>
    </p:spTree>
    <p:extLst>
      <p:ext uri="{BB962C8B-B14F-4D97-AF65-F5344CB8AC3E}">
        <p14:creationId xmlns:p14="http://schemas.microsoft.com/office/powerpoint/2010/main" val="450131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7A26A2D-953D-E31C-7C4E-8CFE9C89F3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9BF28851-BD59-C3F2-ECAF-5D63FA42BE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908FC005-6053-8180-8D2F-C6B62E0632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65D24D-3D5B-4F5B-8A63-B5FA6F5DB9DB}" type="datetimeFigureOut">
              <a:rPr lang="es-PE" smtClean="0"/>
              <a:t>19/08/2025</a:t>
            </a:fld>
            <a:endParaRPr lang="es-PE"/>
          </a:p>
        </p:txBody>
      </p:sp>
      <p:sp>
        <p:nvSpPr>
          <p:cNvPr id="5" name="Marcador de pie de página 4">
            <a:extLst>
              <a:ext uri="{FF2B5EF4-FFF2-40B4-BE49-F238E27FC236}">
                <a16:creationId xmlns:a16="http://schemas.microsoft.com/office/drawing/2014/main" id="{E9C70D3E-9A3C-C668-7759-8FF7550D6E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64BD410D-2476-679A-DC94-34F4C45E66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3A16CC-7378-463E-AC63-637A657A09F5}" type="slidenum">
              <a:rPr lang="es-PE" smtClean="0"/>
              <a:t>‹Nº›</a:t>
            </a:fld>
            <a:endParaRPr lang="es-PE"/>
          </a:p>
        </p:txBody>
      </p:sp>
    </p:spTree>
    <p:extLst>
      <p:ext uri="{BB962C8B-B14F-4D97-AF65-F5344CB8AC3E}">
        <p14:creationId xmlns:p14="http://schemas.microsoft.com/office/powerpoint/2010/main" val="1744187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359A45-1135-B994-5303-8D1C4889CACA}"/>
              </a:ext>
            </a:extLst>
          </p:cNvPr>
          <p:cNvSpPr>
            <a:spLocks noGrp="1"/>
          </p:cNvSpPr>
          <p:nvPr>
            <p:ph type="ctrTitle"/>
          </p:nvPr>
        </p:nvSpPr>
        <p:spPr/>
        <p:txBody>
          <a:bodyPr/>
          <a:lstStyle/>
          <a:p>
            <a:r>
              <a:rPr lang="es-PE"/>
              <a:t>Pensamiento Crítico</a:t>
            </a:r>
            <a:endParaRPr lang="es-PE" dirty="0"/>
          </a:p>
        </p:txBody>
      </p:sp>
      <p:sp>
        <p:nvSpPr>
          <p:cNvPr id="3" name="Subtítulo 2">
            <a:extLst>
              <a:ext uri="{FF2B5EF4-FFF2-40B4-BE49-F238E27FC236}">
                <a16:creationId xmlns:a16="http://schemas.microsoft.com/office/drawing/2014/main" id="{FDABD820-DFB0-CEF0-99CE-AC15BD684094}"/>
              </a:ext>
            </a:extLst>
          </p:cNvPr>
          <p:cNvSpPr>
            <a:spLocks noGrp="1"/>
          </p:cNvSpPr>
          <p:nvPr>
            <p:ph type="subTitle" idx="1"/>
          </p:nvPr>
        </p:nvSpPr>
        <p:spPr>
          <a:xfrm>
            <a:off x="1524000" y="3887788"/>
            <a:ext cx="9144000" cy="1655762"/>
          </a:xfrm>
        </p:spPr>
        <p:txBody>
          <a:bodyPr/>
          <a:lstStyle/>
          <a:p>
            <a:r>
              <a:rPr lang="es-PE"/>
              <a:t>Secciones 4 y 6 </a:t>
            </a:r>
            <a:endParaRPr lang="es-PE" dirty="0"/>
          </a:p>
          <a:p>
            <a:r>
              <a:rPr lang="es-PE" dirty="0"/>
              <a:t>2025 - 2</a:t>
            </a:r>
          </a:p>
        </p:txBody>
      </p:sp>
    </p:spTree>
    <p:extLst>
      <p:ext uri="{BB962C8B-B14F-4D97-AF65-F5344CB8AC3E}">
        <p14:creationId xmlns:p14="http://schemas.microsoft.com/office/powerpoint/2010/main" val="3729772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974E512-95CB-6C04-9675-EAA774F6DB66}"/>
              </a:ext>
            </a:extLst>
          </p:cNvPr>
          <p:cNvSpPr>
            <a:spLocks noGrp="1"/>
          </p:cNvSpPr>
          <p:nvPr>
            <p:ph type="title"/>
          </p:nvPr>
        </p:nvSpPr>
        <p:spPr/>
        <p:txBody>
          <a:bodyPr/>
          <a:lstStyle/>
          <a:p>
            <a:r>
              <a:rPr lang="es-PE" dirty="0"/>
              <a:t>Unidad 1. Introducción al pensamiento crítico</a:t>
            </a:r>
          </a:p>
        </p:txBody>
      </p:sp>
      <p:sp>
        <p:nvSpPr>
          <p:cNvPr id="5" name="Marcador de texto 4">
            <a:extLst>
              <a:ext uri="{FF2B5EF4-FFF2-40B4-BE49-F238E27FC236}">
                <a16:creationId xmlns:a16="http://schemas.microsoft.com/office/drawing/2014/main" id="{6D6F7D53-9DEA-AE17-F0DB-DC44442A3552}"/>
              </a:ext>
            </a:extLst>
          </p:cNvPr>
          <p:cNvSpPr>
            <a:spLocks noGrp="1"/>
          </p:cNvSpPr>
          <p:nvPr>
            <p:ph type="body" idx="1"/>
          </p:nvPr>
        </p:nvSpPr>
        <p:spPr/>
        <p:txBody>
          <a:bodyPr/>
          <a:lstStyle/>
          <a:p>
            <a:endParaRPr lang="es-PE" dirty="0"/>
          </a:p>
          <a:p>
            <a:r>
              <a:rPr lang="es-PE" dirty="0"/>
              <a:t>Semana 1. Genealogía y definiciones del pensamiento crítico</a:t>
            </a:r>
          </a:p>
          <a:p>
            <a:r>
              <a:rPr lang="es-PE" dirty="0"/>
              <a:t>Adaptación a partir de</a:t>
            </a:r>
            <a:r>
              <a:rPr lang="es-PE"/>
              <a:t>: Haber</a:t>
            </a:r>
            <a:r>
              <a:rPr lang="es-PE" dirty="0"/>
              <a:t>, J. </a:t>
            </a:r>
            <a:r>
              <a:rPr lang="es-PE" i="1" dirty="0" err="1"/>
              <a:t>Critical</a:t>
            </a:r>
            <a:r>
              <a:rPr lang="es-PE" i="1" dirty="0"/>
              <a:t> </a:t>
            </a:r>
            <a:r>
              <a:rPr lang="es-PE" i="1" dirty="0" err="1"/>
              <a:t>Thinking</a:t>
            </a:r>
            <a:r>
              <a:rPr lang="es-PE" i="1" dirty="0"/>
              <a:t>. </a:t>
            </a:r>
            <a:r>
              <a:rPr lang="es-PE" dirty="0"/>
              <a:t>MIT. Capítulo 1</a:t>
            </a:r>
          </a:p>
        </p:txBody>
      </p:sp>
    </p:spTree>
    <p:extLst>
      <p:ext uri="{BB962C8B-B14F-4D97-AF65-F5344CB8AC3E}">
        <p14:creationId xmlns:p14="http://schemas.microsoft.com/office/powerpoint/2010/main" val="2798425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EFE40BB6-384F-23C9-4E01-567435DAE740}"/>
              </a:ext>
            </a:extLst>
          </p:cNvPr>
          <p:cNvSpPr>
            <a:spLocks noGrp="1"/>
          </p:cNvSpPr>
          <p:nvPr>
            <p:ph type="title"/>
          </p:nvPr>
        </p:nvSpPr>
        <p:spPr/>
        <p:txBody>
          <a:bodyPr/>
          <a:lstStyle/>
          <a:p>
            <a:r>
              <a:rPr lang="es-PE" dirty="0"/>
              <a:t>Grecia clásica (siglos V - IV a.C.)</a:t>
            </a:r>
          </a:p>
        </p:txBody>
      </p:sp>
      <p:sp>
        <p:nvSpPr>
          <p:cNvPr id="5" name="Marcador de contenido 4">
            <a:extLst>
              <a:ext uri="{FF2B5EF4-FFF2-40B4-BE49-F238E27FC236}">
                <a16:creationId xmlns:a16="http://schemas.microsoft.com/office/drawing/2014/main" id="{2AD7315F-CAAE-1BF3-243B-302CDA7CD2B9}"/>
              </a:ext>
            </a:extLst>
          </p:cNvPr>
          <p:cNvSpPr>
            <a:spLocks noGrp="1"/>
          </p:cNvSpPr>
          <p:nvPr>
            <p:ph idx="1"/>
          </p:nvPr>
        </p:nvSpPr>
        <p:spPr/>
        <p:txBody>
          <a:bodyPr/>
          <a:lstStyle/>
          <a:p>
            <a:r>
              <a:rPr lang="es-PE" dirty="0"/>
              <a:t>Explosión intelectual: sofistas, retóricos, políticos, historiadores y filósofos</a:t>
            </a:r>
          </a:p>
          <a:p>
            <a:endParaRPr lang="es-PE" dirty="0"/>
          </a:p>
          <a:p>
            <a:r>
              <a:rPr lang="es-PE" dirty="0"/>
              <a:t>Razón sobrepuesta al mito</a:t>
            </a:r>
          </a:p>
          <a:p>
            <a:endParaRPr lang="es-PE" dirty="0"/>
          </a:p>
          <a:p>
            <a:r>
              <a:rPr lang="es-PE" dirty="0"/>
              <a:t>Democracia directa</a:t>
            </a:r>
          </a:p>
          <a:p>
            <a:endParaRPr lang="es-PE" dirty="0"/>
          </a:p>
          <a:p>
            <a:r>
              <a:rPr lang="es-PE" dirty="0"/>
              <a:t>Filósofos clave: Sócrates, Platón y Aristóteles</a:t>
            </a:r>
          </a:p>
          <a:p>
            <a:pPr marL="0" indent="0">
              <a:buNone/>
            </a:pPr>
            <a:endParaRPr lang="es-PE" dirty="0"/>
          </a:p>
          <a:p>
            <a:pPr marL="0" indent="0">
              <a:buNone/>
            </a:pPr>
            <a:endParaRPr lang="es-PE" dirty="0"/>
          </a:p>
          <a:p>
            <a:endParaRPr lang="es-PE" dirty="0"/>
          </a:p>
          <a:p>
            <a:endParaRPr lang="es-PE" dirty="0"/>
          </a:p>
          <a:p>
            <a:endParaRPr lang="es-PE" dirty="0"/>
          </a:p>
        </p:txBody>
      </p:sp>
    </p:spTree>
    <p:extLst>
      <p:ext uri="{BB962C8B-B14F-4D97-AF65-F5344CB8AC3E}">
        <p14:creationId xmlns:p14="http://schemas.microsoft.com/office/powerpoint/2010/main" val="3488461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2A631AE-F507-31E6-F524-3CBF59226A22}"/>
              </a:ext>
            </a:extLst>
          </p:cNvPr>
          <p:cNvSpPr>
            <a:spLocks noGrp="1"/>
          </p:cNvSpPr>
          <p:nvPr>
            <p:ph type="title"/>
          </p:nvPr>
        </p:nvSpPr>
        <p:spPr>
          <a:xfrm>
            <a:off x="876100" y="430531"/>
            <a:ext cx="9833810" cy="1708242"/>
          </a:xfrm>
        </p:spPr>
        <p:txBody>
          <a:bodyPr anchor="ctr">
            <a:normAutofit/>
          </a:bodyPr>
          <a:lstStyle/>
          <a:p>
            <a:r>
              <a:rPr lang="es-PE" dirty="0"/>
              <a:t>Aristóteles (384-322 a.C.)</a:t>
            </a:r>
          </a:p>
        </p:txBody>
      </p:sp>
      <p:sp>
        <p:nvSpPr>
          <p:cNvPr id="3" name="Marcador de contenido 2">
            <a:extLst>
              <a:ext uri="{FF2B5EF4-FFF2-40B4-BE49-F238E27FC236}">
                <a16:creationId xmlns:a16="http://schemas.microsoft.com/office/drawing/2014/main" id="{ED7AE0DC-9C26-F948-FF20-48BDF2449A9F}"/>
              </a:ext>
            </a:extLst>
          </p:cNvPr>
          <p:cNvSpPr>
            <a:spLocks noGrp="1"/>
          </p:cNvSpPr>
          <p:nvPr>
            <p:ph idx="1"/>
          </p:nvPr>
        </p:nvSpPr>
        <p:spPr>
          <a:xfrm>
            <a:off x="761800" y="2057400"/>
            <a:ext cx="10554100" cy="4182679"/>
          </a:xfrm>
        </p:spPr>
        <p:txBody>
          <a:bodyPr anchor="ctr">
            <a:normAutofit/>
          </a:bodyPr>
          <a:lstStyle/>
          <a:p>
            <a:r>
              <a:rPr lang="es-PE" sz="2400" dirty="0"/>
              <a:t>Sistematización de tópicos estudiados por los filósofos griegos: biología, cosmología, física, ética, política, retórica, lógica, etc.</a:t>
            </a:r>
          </a:p>
          <a:p>
            <a:endParaRPr lang="es-PE" sz="2400" dirty="0"/>
          </a:p>
          <a:p>
            <a:r>
              <a:rPr lang="es-PE" sz="2400" dirty="0"/>
              <a:t>Método empírico para organizar el conocimiento: observación, análisis y clasificación.</a:t>
            </a:r>
          </a:p>
          <a:p>
            <a:endParaRPr lang="es-PE" sz="2400" dirty="0"/>
          </a:p>
          <a:p>
            <a:r>
              <a:rPr lang="es-PE" sz="2400" dirty="0"/>
              <a:t>Lógica: clasificación de la información, y organización y análisis del razonamiento</a:t>
            </a:r>
          </a:p>
          <a:p>
            <a:endParaRPr lang="es-PE" sz="2400" dirty="0"/>
          </a:p>
          <a:p>
            <a:r>
              <a:rPr lang="es-PE" sz="2400" dirty="0"/>
              <a:t>Retórica: utilización del lenguaje para la persuasión  </a:t>
            </a:r>
          </a:p>
        </p:txBody>
      </p:sp>
    </p:spTree>
    <p:extLst>
      <p:ext uri="{BB962C8B-B14F-4D97-AF65-F5344CB8AC3E}">
        <p14:creationId xmlns:p14="http://schemas.microsoft.com/office/powerpoint/2010/main" val="2484484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5" name="Imagen 4" descr="Imagen que contiene viendo, cara, viejo, hombre&#10;&#10;Descripción generada automáticamente">
            <a:extLst>
              <a:ext uri="{FF2B5EF4-FFF2-40B4-BE49-F238E27FC236}">
                <a16:creationId xmlns:a16="http://schemas.microsoft.com/office/drawing/2014/main" id="{A423A82C-D494-E05D-339F-AF42053F7C43}"/>
              </a:ext>
            </a:extLst>
          </p:cNvPr>
          <p:cNvPicPr>
            <a:picLocks noChangeAspect="1"/>
          </p:cNvPicPr>
          <p:nvPr/>
        </p:nvPicPr>
        <p:blipFill>
          <a:blip r:embed="rId2">
            <a:extLst>
              <a:ext uri="{28A0092B-C50C-407E-A947-70E740481C1C}">
                <a14:useLocalDpi xmlns:a14="http://schemas.microsoft.com/office/drawing/2010/main" val="0"/>
              </a:ext>
            </a:extLst>
          </a:blip>
          <a:srcRect r="-1" b="3743"/>
          <a:stretch/>
        </p:blipFill>
        <p:spPr>
          <a:xfrm>
            <a:off x="3428898" y="0"/>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092245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93AD54-B1E9-E43B-E269-D2942075D3E4}"/>
              </a:ext>
            </a:extLst>
          </p:cNvPr>
          <p:cNvSpPr>
            <a:spLocks noGrp="1"/>
          </p:cNvSpPr>
          <p:nvPr>
            <p:ph type="title"/>
          </p:nvPr>
        </p:nvSpPr>
        <p:spPr/>
        <p:txBody>
          <a:bodyPr/>
          <a:lstStyle/>
          <a:p>
            <a:r>
              <a:rPr lang="es-PE" dirty="0"/>
              <a:t>Impacto de Aristóteles en la educación</a:t>
            </a:r>
          </a:p>
        </p:txBody>
      </p:sp>
      <p:sp>
        <p:nvSpPr>
          <p:cNvPr id="3" name="Marcador de contenido 2">
            <a:extLst>
              <a:ext uri="{FF2B5EF4-FFF2-40B4-BE49-F238E27FC236}">
                <a16:creationId xmlns:a16="http://schemas.microsoft.com/office/drawing/2014/main" id="{9504EC5B-A189-E580-8EC0-C5AE14056645}"/>
              </a:ext>
            </a:extLst>
          </p:cNvPr>
          <p:cNvSpPr>
            <a:spLocks noGrp="1"/>
          </p:cNvSpPr>
          <p:nvPr>
            <p:ph idx="1"/>
          </p:nvPr>
        </p:nvSpPr>
        <p:spPr/>
        <p:txBody>
          <a:bodyPr>
            <a:normAutofit lnSpcReduction="10000"/>
          </a:bodyPr>
          <a:lstStyle/>
          <a:p>
            <a:r>
              <a:rPr lang="es-PE" dirty="0"/>
              <a:t>Periodos helenístico y romano: estructura del sistema educativo </a:t>
            </a:r>
            <a:r>
              <a:rPr lang="es-PE" i="1" dirty="0" err="1"/>
              <a:t>trivium</a:t>
            </a:r>
            <a:r>
              <a:rPr lang="es-PE" dirty="0"/>
              <a:t> (lógica, retórica y gramática) y </a:t>
            </a:r>
            <a:r>
              <a:rPr lang="es-PE" i="1" dirty="0" err="1"/>
              <a:t>cuadrivium</a:t>
            </a:r>
            <a:r>
              <a:rPr lang="es-PE" i="1" dirty="0"/>
              <a:t> </a:t>
            </a:r>
            <a:r>
              <a:rPr lang="es-PE" dirty="0"/>
              <a:t>(aritmética, geometría, astronomía y música).</a:t>
            </a:r>
          </a:p>
          <a:p>
            <a:endParaRPr lang="es-PE" i="1" dirty="0"/>
          </a:p>
          <a:p>
            <a:r>
              <a:rPr lang="es-PE" dirty="0"/>
              <a:t>Edad Media e inicio de la Modernidad: lógica y retórica son los pilares fundamentales de la educación de las personas.</a:t>
            </a:r>
          </a:p>
          <a:p>
            <a:endParaRPr lang="es-PE" dirty="0"/>
          </a:p>
          <a:p>
            <a:r>
              <a:rPr lang="es-PE" dirty="0"/>
              <a:t>El amor a la sabiduría (filosofía) excede la acumulación de conocimiento: lógica y retórica otorgan habilidades para razonar y comunicar, respectivamente</a:t>
            </a:r>
          </a:p>
        </p:txBody>
      </p:sp>
    </p:spTree>
    <p:extLst>
      <p:ext uri="{BB962C8B-B14F-4D97-AF65-F5344CB8AC3E}">
        <p14:creationId xmlns:p14="http://schemas.microsoft.com/office/powerpoint/2010/main" val="3262469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4A7128-7177-476B-EFCC-EE68F56B0BD0}"/>
              </a:ext>
            </a:extLst>
          </p:cNvPr>
          <p:cNvSpPr>
            <a:spLocks noGrp="1"/>
          </p:cNvSpPr>
          <p:nvPr>
            <p:ph type="title"/>
          </p:nvPr>
        </p:nvSpPr>
        <p:spPr>
          <a:xfrm>
            <a:off x="838200" y="365125"/>
            <a:ext cx="10515600" cy="1325563"/>
          </a:xfrm>
        </p:spPr>
        <p:txBody>
          <a:bodyPr>
            <a:normAutofit/>
          </a:bodyPr>
          <a:lstStyle/>
          <a:p>
            <a:r>
              <a:rPr lang="es-PE" sz="3600" dirty="0"/>
              <a:t>Renacimiento y revolución científica (siglos XIV-XVII)</a:t>
            </a:r>
          </a:p>
        </p:txBody>
      </p:sp>
      <p:sp>
        <p:nvSpPr>
          <p:cNvPr id="3" name="Marcador de contenido 2">
            <a:extLst>
              <a:ext uri="{FF2B5EF4-FFF2-40B4-BE49-F238E27FC236}">
                <a16:creationId xmlns:a16="http://schemas.microsoft.com/office/drawing/2014/main" id="{E212F960-99EC-0025-DE14-AD0E52B8459F}"/>
              </a:ext>
            </a:extLst>
          </p:cNvPr>
          <p:cNvSpPr>
            <a:spLocks noGrp="1"/>
          </p:cNvSpPr>
          <p:nvPr>
            <p:ph idx="1"/>
          </p:nvPr>
        </p:nvSpPr>
        <p:spPr/>
        <p:txBody>
          <a:bodyPr>
            <a:normAutofit fontScale="85000" lnSpcReduction="10000"/>
          </a:bodyPr>
          <a:lstStyle/>
          <a:p>
            <a:pPr marL="0" indent="0">
              <a:buNone/>
            </a:pPr>
            <a:r>
              <a:rPr lang="es-PE" b="1" dirty="0"/>
              <a:t>Renacimiento</a:t>
            </a:r>
          </a:p>
          <a:p>
            <a:r>
              <a:rPr lang="es-PE" dirty="0"/>
              <a:t>Florecimiento de artes, arquitectura e ingeniería.</a:t>
            </a:r>
          </a:p>
          <a:p>
            <a:r>
              <a:rPr lang="es-PE" dirty="0"/>
              <a:t>Redescubrimiento de la filosofía antigua.</a:t>
            </a:r>
          </a:p>
          <a:p>
            <a:r>
              <a:rPr lang="es-PE" dirty="0"/>
              <a:t>Rafael, Da Vinci, Miguel Ángel</a:t>
            </a:r>
          </a:p>
          <a:p>
            <a:pPr marL="0" indent="0">
              <a:buNone/>
            </a:pPr>
            <a:endParaRPr lang="es-PE" dirty="0"/>
          </a:p>
          <a:p>
            <a:pPr marL="0" indent="0">
              <a:buNone/>
            </a:pPr>
            <a:r>
              <a:rPr lang="es-PE" b="1" dirty="0"/>
              <a:t>Revolución científica</a:t>
            </a:r>
          </a:p>
          <a:p>
            <a:r>
              <a:rPr lang="es-PE" dirty="0"/>
              <a:t>Descubrimientos en matemáticas y física llevan a un cambio de paradigmas científicos. Por ejemplo, el paso del geocentrismo al heliocentrismo.</a:t>
            </a:r>
          </a:p>
          <a:p>
            <a:r>
              <a:rPr lang="es-PE" dirty="0"/>
              <a:t>Fin del dogma de la Iglesia. Opción por el pensamiento racional y científico.</a:t>
            </a:r>
          </a:p>
          <a:p>
            <a:r>
              <a:rPr lang="es-PE" dirty="0"/>
              <a:t>Bacon, Copérnico, Galileo</a:t>
            </a:r>
          </a:p>
          <a:p>
            <a:endParaRPr lang="es-PE" dirty="0"/>
          </a:p>
          <a:p>
            <a:endParaRPr lang="es-PE" dirty="0"/>
          </a:p>
          <a:p>
            <a:endParaRPr lang="es-PE" dirty="0"/>
          </a:p>
          <a:p>
            <a:pPr marL="0" indent="0">
              <a:buNone/>
            </a:pPr>
            <a:endParaRPr lang="es-PE" dirty="0"/>
          </a:p>
          <a:p>
            <a:endParaRPr lang="es-PE" dirty="0"/>
          </a:p>
          <a:p>
            <a:endParaRPr lang="es-PE" dirty="0"/>
          </a:p>
          <a:p>
            <a:endParaRPr lang="es-PE" dirty="0"/>
          </a:p>
        </p:txBody>
      </p:sp>
    </p:spTree>
    <p:extLst>
      <p:ext uri="{BB962C8B-B14F-4D97-AF65-F5344CB8AC3E}">
        <p14:creationId xmlns:p14="http://schemas.microsoft.com/office/powerpoint/2010/main" val="2642591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18E6287-FA15-474A-2BA3-1346CDD48502}"/>
              </a:ext>
            </a:extLst>
          </p:cNvPr>
          <p:cNvSpPr>
            <a:spLocks noGrp="1"/>
          </p:cNvSpPr>
          <p:nvPr>
            <p:ph idx="1"/>
          </p:nvPr>
        </p:nvSpPr>
        <p:spPr/>
        <p:txBody>
          <a:bodyPr/>
          <a:lstStyle/>
          <a:p>
            <a:pPr marL="0" indent="0" algn="just">
              <a:buNone/>
            </a:pPr>
            <a:r>
              <a:rPr lang="es-ES" dirty="0"/>
              <a:t>La necesidad de confirmar las ideas con pruebas, de encontrar mecanismos que fundamentaran argumentos en los que pudieran encajar las pruebas, así como la preferencia por explicaciones más sencillas frente a otras más complejas, definieron un nuevo enfoque de la ciencia, cuyo impacto se extendería mucho más allá de la aceptación o el abandono de una teoría concreta.</a:t>
            </a:r>
          </a:p>
          <a:p>
            <a:pPr marL="0" indent="0" algn="r">
              <a:buNone/>
            </a:pPr>
            <a:r>
              <a:rPr lang="es-PE" dirty="0"/>
              <a:t>Haber, 12</a:t>
            </a:r>
          </a:p>
        </p:txBody>
      </p:sp>
    </p:spTree>
    <p:extLst>
      <p:ext uri="{BB962C8B-B14F-4D97-AF65-F5344CB8AC3E}">
        <p14:creationId xmlns:p14="http://schemas.microsoft.com/office/powerpoint/2010/main" val="173835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ED563-3B07-ABA7-37F0-AA8FC206015C}"/>
              </a:ext>
            </a:extLst>
          </p:cNvPr>
          <p:cNvSpPr>
            <a:spLocks noGrp="1"/>
          </p:cNvSpPr>
          <p:nvPr>
            <p:ph type="title"/>
          </p:nvPr>
        </p:nvSpPr>
        <p:spPr/>
        <p:txBody>
          <a:bodyPr/>
          <a:lstStyle/>
          <a:p>
            <a:r>
              <a:rPr lang="es-PE" dirty="0"/>
              <a:t>Filosofía moderna</a:t>
            </a:r>
          </a:p>
        </p:txBody>
      </p:sp>
      <p:sp>
        <p:nvSpPr>
          <p:cNvPr id="3" name="Marcador de contenido 2">
            <a:extLst>
              <a:ext uri="{FF2B5EF4-FFF2-40B4-BE49-F238E27FC236}">
                <a16:creationId xmlns:a16="http://schemas.microsoft.com/office/drawing/2014/main" id="{740B7415-BFC3-D3DF-C3ED-6D3D7DB24E87}"/>
              </a:ext>
            </a:extLst>
          </p:cNvPr>
          <p:cNvSpPr>
            <a:spLocks noGrp="1"/>
          </p:cNvSpPr>
          <p:nvPr>
            <p:ph idx="1"/>
          </p:nvPr>
        </p:nvSpPr>
        <p:spPr/>
        <p:txBody>
          <a:bodyPr/>
          <a:lstStyle/>
          <a:p>
            <a:r>
              <a:rPr lang="es-PE" dirty="0"/>
              <a:t>Descartes: duda radical como método para cimentar el conocimiento sobre bases sólidas</a:t>
            </a:r>
          </a:p>
          <a:p>
            <a:endParaRPr lang="es-PE" dirty="0"/>
          </a:p>
          <a:p>
            <a:r>
              <a:rPr lang="es-PE" i="1" dirty="0"/>
              <a:t>Discurso del método para dirigir correctamente la razón propia y la búsqueda de verdad en las ciencias</a:t>
            </a:r>
            <a:r>
              <a:rPr lang="es-PE" dirty="0"/>
              <a:t>: intento de fundar las ciencias en la certeza propia de las pruebas matemáticas</a:t>
            </a:r>
          </a:p>
          <a:p>
            <a:endParaRPr lang="es-PE" i="1" dirty="0"/>
          </a:p>
          <a:p>
            <a:r>
              <a:rPr lang="es-PE" dirty="0"/>
              <a:t>Bacon, Hume: énfasis en la evidencia empírica sobre el razonamiento abstracto como fuente genuina del conocimiento</a:t>
            </a:r>
          </a:p>
        </p:txBody>
      </p:sp>
    </p:spTree>
    <p:extLst>
      <p:ext uri="{BB962C8B-B14F-4D97-AF65-F5344CB8AC3E}">
        <p14:creationId xmlns:p14="http://schemas.microsoft.com/office/powerpoint/2010/main" val="3203107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0CCAACE-815D-4A79-875A-B7EFC28F7D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Imagen 8" descr="Una persona con un vestido de color negro&#10;&#10;Descripción generada automáticamente con confianza baja">
            <a:extLst>
              <a:ext uri="{FF2B5EF4-FFF2-40B4-BE49-F238E27FC236}">
                <a16:creationId xmlns:a16="http://schemas.microsoft.com/office/drawing/2014/main" id="{24D2CA7C-D011-95EB-A56A-D52FD96AD695}"/>
              </a:ext>
            </a:extLst>
          </p:cNvPr>
          <p:cNvPicPr>
            <a:picLocks noChangeAspect="1"/>
          </p:cNvPicPr>
          <p:nvPr/>
        </p:nvPicPr>
        <p:blipFill>
          <a:blip r:embed="rId2">
            <a:extLst>
              <a:ext uri="{28A0092B-C50C-407E-A947-70E740481C1C}">
                <a14:useLocalDpi xmlns:a14="http://schemas.microsoft.com/office/drawing/2010/main" val="0"/>
              </a:ext>
            </a:extLst>
          </a:blip>
          <a:srcRect r="-1" b="8030"/>
          <a:stretch/>
        </p:blipFill>
        <p:spPr>
          <a:xfrm>
            <a:off x="20" y="10"/>
            <a:ext cx="6095980" cy="6857990"/>
          </a:xfrm>
          <a:prstGeom prst="rect">
            <a:avLst/>
          </a:prstGeom>
        </p:spPr>
      </p:pic>
      <p:pic>
        <p:nvPicPr>
          <p:cNvPr id="7" name="Imagen 6" descr="Una persona haciendo gestos con la cara pintada de rojo&#10;&#10;Descripción generada automáticamente con confianza baja">
            <a:extLst>
              <a:ext uri="{FF2B5EF4-FFF2-40B4-BE49-F238E27FC236}">
                <a16:creationId xmlns:a16="http://schemas.microsoft.com/office/drawing/2014/main" id="{C6229D68-0093-7E20-4C27-D9007D81303F}"/>
              </a:ext>
            </a:extLst>
          </p:cNvPr>
          <p:cNvPicPr>
            <a:picLocks noChangeAspect="1"/>
          </p:cNvPicPr>
          <p:nvPr/>
        </p:nvPicPr>
        <p:blipFill>
          <a:blip r:embed="rId3">
            <a:extLst>
              <a:ext uri="{28A0092B-C50C-407E-A947-70E740481C1C}">
                <a14:useLocalDpi xmlns:a14="http://schemas.microsoft.com/office/drawing/2010/main" val="0"/>
              </a:ext>
            </a:extLst>
          </a:blip>
          <a:srcRect r="1" b="5501"/>
          <a:stretch/>
        </p:blipFill>
        <p:spPr>
          <a:xfrm>
            <a:off x="6096000" y="10"/>
            <a:ext cx="6096000" cy="6857990"/>
          </a:xfrm>
          <a:prstGeom prst="rect">
            <a:avLst/>
          </a:prstGeom>
        </p:spPr>
      </p:pic>
    </p:spTree>
    <p:extLst>
      <p:ext uri="{BB962C8B-B14F-4D97-AF65-F5344CB8AC3E}">
        <p14:creationId xmlns:p14="http://schemas.microsoft.com/office/powerpoint/2010/main" val="91369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D9384F-BACC-902B-F3AC-3AF5FBDF86E8}"/>
              </a:ext>
            </a:extLst>
          </p:cNvPr>
          <p:cNvSpPr>
            <a:spLocks noGrp="1"/>
          </p:cNvSpPr>
          <p:nvPr>
            <p:ph type="title"/>
          </p:nvPr>
        </p:nvSpPr>
        <p:spPr/>
        <p:txBody>
          <a:bodyPr/>
          <a:lstStyle/>
          <a:p>
            <a:r>
              <a:rPr lang="es-PE" dirty="0"/>
              <a:t>Método científico</a:t>
            </a:r>
          </a:p>
        </p:txBody>
      </p:sp>
      <p:sp>
        <p:nvSpPr>
          <p:cNvPr id="3" name="Marcador de contenido 2">
            <a:extLst>
              <a:ext uri="{FF2B5EF4-FFF2-40B4-BE49-F238E27FC236}">
                <a16:creationId xmlns:a16="http://schemas.microsoft.com/office/drawing/2014/main" id="{111D6E2B-9D57-BB89-4544-166A3285D38B}"/>
              </a:ext>
            </a:extLst>
          </p:cNvPr>
          <p:cNvSpPr>
            <a:spLocks noGrp="1"/>
          </p:cNvSpPr>
          <p:nvPr>
            <p:ph idx="1"/>
          </p:nvPr>
        </p:nvSpPr>
        <p:spPr/>
        <p:txBody>
          <a:bodyPr/>
          <a:lstStyle/>
          <a:p>
            <a:pPr marL="514350" indent="-514350">
              <a:buAutoNum type="arabicPeriod"/>
            </a:pPr>
            <a:r>
              <a:rPr lang="es-PE" dirty="0"/>
              <a:t>Propuesta de una pregunta de investigación</a:t>
            </a:r>
          </a:p>
          <a:p>
            <a:pPr marL="514350" indent="-514350">
              <a:buAutoNum type="arabicPeriod"/>
            </a:pPr>
            <a:r>
              <a:rPr lang="es-PE" dirty="0"/>
              <a:t>Propuesta de una respuesta tentativa (hipótesis)</a:t>
            </a:r>
          </a:p>
          <a:p>
            <a:pPr marL="514350" indent="-514350">
              <a:buAutoNum type="arabicPeriod"/>
            </a:pPr>
            <a:r>
              <a:rPr lang="es-PE" dirty="0"/>
              <a:t>Reunir evidencia para apoyar o rechazar la hipótesis.</a:t>
            </a:r>
          </a:p>
          <a:p>
            <a:pPr marL="514350" indent="-514350">
              <a:buAutoNum type="arabicPeriod"/>
            </a:pPr>
            <a:r>
              <a:rPr lang="es-PE" dirty="0"/>
              <a:t>Reunir las hipótesis que aprueben el escrutinio en un conjunto organizado (teoría)</a:t>
            </a:r>
          </a:p>
          <a:p>
            <a:pPr marL="514350" indent="-514350">
              <a:buAutoNum type="arabicPeriod"/>
            </a:pPr>
            <a:r>
              <a:rPr lang="es-PE" dirty="0"/>
              <a:t>Usar la teoría en investigaciones futuras.</a:t>
            </a:r>
          </a:p>
        </p:txBody>
      </p:sp>
    </p:spTree>
    <p:extLst>
      <p:ext uri="{BB962C8B-B14F-4D97-AF65-F5344CB8AC3E}">
        <p14:creationId xmlns:p14="http://schemas.microsoft.com/office/powerpoint/2010/main" val="384780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E880E9-8550-7FD4-C856-B75732F1CC60}"/>
              </a:ext>
            </a:extLst>
          </p:cNvPr>
          <p:cNvSpPr>
            <a:spLocks noGrp="1"/>
          </p:cNvSpPr>
          <p:nvPr>
            <p:ph type="title"/>
          </p:nvPr>
        </p:nvSpPr>
        <p:spPr/>
        <p:txBody>
          <a:bodyPr/>
          <a:lstStyle/>
          <a:p>
            <a:r>
              <a:rPr lang="es-PE" dirty="0"/>
              <a:t>Ciencia moderna</a:t>
            </a:r>
          </a:p>
        </p:txBody>
      </p:sp>
      <p:sp>
        <p:nvSpPr>
          <p:cNvPr id="3" name="Marcador de contenido 2">
            <a:extLst>
              <a:ext uri="{FF2B5EF4-FFF2-40B4-BE49-F238E27FC236}">
                <a16:creationId xmlns:a16="http://schemas.microsoft.com/office/drawing/2014/main" id="{A31455F7-2C1F-8B2E-C017-E4F0C8996A62}"/>
              </a:ext>
            </a:extLst>
          </p:cNvPr>
          <p:cNvSpPr>
            <a:spLocks noGrp="1"/>
          </p:cNvSpPr>
          <p:nvPr>
            <p:ph idx="1"/>
          </p:nvPr>
        </p:nvSpPr>
        <p:spPr/>
        <p:txBody>
          <a:bodyPr/>
          <a:lstStyle/>
          <a:p>
            <a:pPr marL="0" indent="0" algn="just">
              <a:buNone/>
            </a:pPr>
            <a:r>
              <a:rPr lang="es-ES" dirty="0"/>
              <a:t>La ciencia moderna, que cuenta con elaborados experimentos cuidadosamente diseñados para probar hipótesis y con una revisión formal por pares en la que los científicos examinan las pruebas empíricas generadas por otros científicos, intentan replicar sus experimentos y hallazgos, y abordan las explicaciones y los modelos con un espíritu de escepticismo constructivo, es donde esta forma de razonamiento es más avanzada.</a:t>
            </a:r>
          </a:p>
          <a:p>
            <a:pPr marL="0" indent="0" algn="r">
              <a:buNone/>
            </a:pPr>
            <a:r>
              <a:rPr lang="es-ES" dirty="0"/>
              <a:t>Haber, 15</a:t>
            </a:r>
          </a:p>
          <a:p>
            <a:pPr marL="0" indent="0" algn="r">
              <a:buNone/>
            </a:pPr>
            <a:endParaRPr lang="es-PE" dirty="0"/>
          </a:p>
        </p:txBody>
      </p:sp>
    </p:spTree>
    <p:extLst>
      <p:ext uri="{BB962C8B-B14F-4D97-AF65-F5344CB8AC3E}">
        <p14:creationId xmlns:p14="http://schemas.microsoft.com/office/powerpoint/2010/main" val="3524236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E75831-9BCA-7E2E-F823-41A7149C5C07}"/>
              </a:ext>
            </a:extLst>
          </p:cNvPr>
          <p:cNvSpPr>
            <a:spLocks noGrp="1"/>
          </p:cNvSpPr>
          <p:nvPr>
            <p:ph type="title"/>
          </p:nvPr>
        </p:nvSpPr>
        <p:spPr>
          <a:xfrm>
            <a:off x="838200" y="365125"/>
            <a:ext cx="10515600" cy="1325563"/>
          </a:xfrm>
        </p:spPr>
        <p:txBody>
          <a:bodyPr>
            <a:normAutofit/>
          </a:bodyPr>
          <a:lstStyle/>
          <a:p>
            <a:r>
              <a:rPr lang="es-PE" sz="4000" dirty="0"/>
              <a:t>¿Puede aplicarse el método científico al pensamiento en general?</a:t>
            </a:r>
          </a:p>
        </p:txBody>
      </p:sp>
      <p:sp>
        <p:nvSpPr>
          <p:cNvPr id="3" name="Marcador de contenido 2">
            <a:extLst>
              <a:ext uri="{FF2B5EF4-FFF2-40B4-BE49-F238E27FC236}">
                <a16:creationId xmlns:a16="http://schemas.microsoft.com/office/drawing/2014/main" id="{22BDA70B-35C3-F5D2-6B6F-5BF0EC13FEE0}"/>
              </a:ext>
            </a:extLst>
          </p:cNvPr>
          <p:cNvSpPr>
            <a:spLocks noGrp="1"/>
          </p:cNvSpPr>
          <p:nvPr>
            <p:ph idx="1"/>
          </p:nvPr>
        </p:nvSpPr>
        <p:spPr>
          <a:xfrm>
            <a:off x="838200" y="2141537"/>
            <a:ext cx="10515600" cy="4351338"/>
          </a:xfrm>
        </p:spPr>
        <p:txBody>
          <a:bodyPr vert="horz" lIns="91440" tIns="45720" rIns="91440" bIns="45720" rtlCol="0" anchor="t">
            <a:normAutofit fontScale="92500" lnSpcReduction="20000"/>
          </a:bodyPr>
          <a:lstStyle/>
          <a:p>
            <a:pPr marL="0" indent="0" algn="just">
              <a:buNone/>
            </a:pPr>
            <a:r>
              <a:rPr lang="es-ES" dirty="0"/>
              <a:t>¿Se nos enseña, o se nos educa, a tener creencias condicionales, a someterlas a pruebas honestas y a estar dispuestos a rechazarlas si no se ajustan a los hechos y las observaciones, independientemente del tema que estemos considerando? Decidir por quién votar no requiere un equipo costoso y complejo, como tampoco elegir qué coche comprar requiere un proceso formal de revisión por pares. Pero un enfoque crítico de estos temas exige no precipitarse a dar una respuesta, sino proponer una, comprobar si es razonable y llegar a una conclusión basada en los resultados de esas pruebas. Este enfoque puede describirse como “pensar como un científico”, pero sería más exacto decir que todos los pensadores críticos, incluidos los científicos, se basan en métodos que, aunque inspirados en el desarrollo de la ciencia moderna, son relevantes para todos los aspectos de la vida.</a:t>
            </a:r>
          </a:p>
          <a:p>
            <a:pPr marL="0" indent="0" algn="r">
              <a:buNone/>
            </a:pPr>
            <a:r>
              <a:rPr lang="es-ES" dirty="0"/>
              <a:t>Haber, 16</a:t>
            </a:r>
          </a:p>
          <a:p>
            <a:pPr marL="0" indent="0" algn="just">
              <a:buNone/>
            </a:pPr>
            <a:endParaRPr lang="es-ES" dirty="0"/>
          </a:p>
        </p:txBody>
      </p:sp>
    </p:spTree>
    <p:extLst>
      <p:ext uri="{BB962C8B-B14F-4D97-AF65-F5344CB8AC3E}">
        <p14:creationId xmlns:p14="http://schemas.microsoft.com/office/powerpoint/2010/main" val="457760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0903F9-5F9D-618B-905F-17BB6F6E5740}"/>
              </a:ext>
            </a:extLst>
          </p:cNvPr>
          <p:cNvSpPr>
            <a:spLocks noGrp="1"/>
          </p:cNvSpPr>
          <p:nvPr>
            <p:ph type="title"/>
          </p:nvPr>
        </p:nvSpPr>
        <p:spPr/>
        <p:txBody>
          <a:bodyPr/>
          <a:lstStyle/>
          <a:p>
            <a:r>
              <a:rPr lang="es-PE" dirty="0"/>
              <a:t>Pragmatismo aplicado a la psicología (s. XIX)</a:t>
            </a:r>
          </a:p>
        </p:txBody>
      </p:sp>
      <p:sp>
        <p:nvSpPr>
          <p:cNvPr id="3" name="Marcador de contenido 2">
            <a:extLst>
              <a:ext uri="{FF2B5EF4-FFF2-40B4-BE49-F238E27FC236}">
                <a16:creationId xmlns:a16="http://schemas.microsoft.com/office/drawing/2014/main" id="{6F4D8CEE-890C-6B8A-9106-5B146DEACCA4}"/>
              </a:ext>
            </a:extLst>
          </p:cNvPr>
          <p:cNvSpPr>
            <a:spLocks noGrp="1"/>
          </p:cNvSpPr>
          <p:nvPr>
            <p:ph idx="1"/>
          </p:nvPr>
        </p:nvSpPr>
        <p:spPr/>
        <p:txBody>
          <a:bodyPr/>
          <a:lstStyle/>
          <a:p>
            <a:r>
              <a:rPr lang="es-PE" dirty="0"/>
              <a:t>El pragmatismo sostiene que las cosas se definen por sus efectos prácticos y no por sus propiedades empíricas o metafísicas.</a:t>
            </a:r>
          </a:p>
          <a:p>
            <a:endParaRPr lang="es-PE" dirty="0"/>
          </a:p>
          <a:p>
            <a:r>
              <a:rPr lang="es-PE" dirty="0"/>
              <a:t>C. S. Peirce analiza el pensamiento en términos pragmáticos en “La fijación de la creencia” (1887): </a:t>
            </a:r>
          </a:p>
          <a:p>
            <a:pPr lvl="1">
              <a:buFontTx/>
              <a:buChar char="-"/>
            </a:pPr>
            <a:r>
              <a:rPr lang="es-PE" dirty="0"/>
              <a:t>La duda motiva el pensamiento.</a:t>
            </a:r>
          </a:p>
          <a:p>
            <a:pPr lvl="1">
              <a:buFontTx/>
              <a:buChar char="-"/>
            </a:pPr>
            <a:r>
              <a:rPr lang="es-PE" dirty="0"/>
              <a:t>Generamos creencias para disipar el malestar generado por la duda.</a:t>
            </a:r>
          </a:p>
          <a:p>
            <a:pPr lvl="1">
              <a:buFontTx/>
              <a:buChar char="-"/>
            </a:pPr>
            <a:r>
              <a:rPr lang="es-PE" dirty="0"/>
              <a:t>Hay cuatro modos de fijación de creencias en la mente: </a:t>
            </a:r>
            <a:r>
              <a:rPr lang="es-PE" i="1" dirty="0"/>
              <a:t>a priori</a:t>
            </a:r>
            <a:r>
              <a:rPr lang="es-PE" dirty="0"/>
              <a:t>, por autoridad, por tenacidad, por razonamiento científico. Este último se caracteriza por su objetivo: alcanzar la verdad.</a:t>
            </a:r>
          </a:p>
          <a:p>
            <a:pPr lvl="1">
              <a:buFontTx/>
              <a:buChar char="-"/>
            </a:pPr>
            <a:endParaRPr lang="es-PE" dirty="0"/>
          </a:p>
          <a:p>
            <a:pPr>
              <a:buFontTx/>
              <a:buChar char="-"/>
            </a:pPr>
            <a:endParaRPr lang="es-PE" dirty="0"/>
          </a:p>
        </p:txBody>
      </p:sp>
    </p:spTree>
    <p:extLst>
      <p:ext uri="{BB962C8B-B14F-4D97-AF65-F5344CB8AC3E}">
        <p14:creationId xmlns:p14="http://schemas.microsoft.com/office/powerpoint/2010/main" val="811759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FE392D-B099-CEBB-DBDD-4C0349E04E72}"/>
              </a:ext>
            </a:extLst>
          </p:cNvPr>
          <p:cNvSpPr>
            <a:spLocks noGrp="1"/>
          </p:cNvSpPr>
          <p:nvPr>
            <p:ph type="title"/>
          </p:nvPr>
        </p:nvSpPr>
        <p:spPr/>
        <p:txBody>
          <a:bodyPr/>
          <a:lstStyle/>
          <a:p>
            <a:r>
              <a:rPr lang="es-PE" dirty="0"/>
              <a:t>John Dewey (1859-1952) y la teoría educativa</a:t>
            </a:r>
          </a:p>
        </p:txBody>
      </p:sp>
      <p:sp>
        <p:nvSpPr>
          <p:cNvPr id="3" name="Marcador de contenido 2">
            <a:extLst>
              <a:ext uri="{FF2B5EF4-FFF2-40B4-BE49-F238E27FC236}">
                <a16:creationId xmlns:a16="http://schemas.microsoft.com/office/drawing/2014/main" id="{29F5A699-9C08-B7C6-8279-B23514AD3E14}"/>
              </a:ext>
            </a:extLst>
          </p:cNvPr>
          <p:cNvSpPr>
            <a:spLocks noGrp="1"/>
          </p:cNvSpPr>
          <p:nvPr>
            <p:ph idx="1"/>
          </p:nvPr>
        </p:nvSpPr>
        <p:spPr/>
        <p:txBody>
          <a:bodyPr vert="horz" lIns="91440" tIns="45720" rIns="91440" bIns="45720" rtlCol="0" anchor="t">
            <a:normAutofit fontScale="92500" lnSpcReduction="20000"/>
          </a:bodyPr>
          <a:lstStyle/>
          <a:p>
            <a:r>
              <a:rPr lang="es-PE" b="1" dirty="0"/>
              <a:t>Modelo educacional progresivo: </a:t>
            </a:r>
            <a:r>
              <a:rPr lang="es-PE" dirty="0"/>
              <a:t>los estudiantes deben aprender a través de actividades basadas en el descubrimiento y no a través de explicaciones de profesores y repeticiones de memoria.</a:t>
            </a:r>
          </a:p>
          <a:p>
            <a:endParaRPr lang="es-PE" dirty="0"/>
          </a:p>
          <a:p>
            <a:pPr algn="just"/>
            <a:r>
              <a:rPr lang="es-PE" dirty="0"/>
              <a:t>Mentes de alumnos no son hojas en blanco donde figuras de autoridad inscriben conocimientos, sino motores inquisitivos capaces de crear su propio razonamiento con la guía del profesor.</a:t>
            </a:r>
          </a:p>
          <a:p>
            <a:pPr algn="just"/>
            <a:endParaRPr lang="es-PE" dirty="0"/>
          </a:p>
          <a:p>
            <a:pPr algn="just"/>
            <a:r>
              <a:rPr lang="es-PE" dirty="0"/>
              <a:t>Sociedades democráticas necesitan ciudadanos que tomen las riendas de sus vidas y del gobierno. Para hacerlo, deben estar informados y saber cómo aproximarse a problemas sistemática y lógicamente.</a:t>
            </a:r>
          </a:p>
        </p:txBody>
      </p:sp>
    </p:spTree>
    <p:extLst>
      <p:ext uri="{BB962C8B-B14F-4D97-AF65-F5344CB8AC3E}">
        <p14:creationId xmlns:p14="http://schemas.microsoft.com/office/powerpoint/2010/main" val="492213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5" name="Imagen 4" descr="Foto en blanco y negro de un hombre con traje sonriendo&#10;&#10;Descripción generada automáticamente">
            <a:extLst>
              <a:ext uri="{FF2B5EF4-FFF2-40B4-BE49-F238E27FC236}">
                <a16:creationId xmlns:a16="http://schemas.microsoft.com/office/drawing/2014/main" id="{02DA9F50-59FD-205D-94D3-01E625371D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76200"/>
            <a:ext cx="11430000" cy="6705600"/>
          </a:xfrm>
          <a:prstGeom prst="rect">
            <a:avLst/>
          </a:prstGeom>
        </p:spPr>
      </p:pic>
    </p:spTree>
    <p:extLst>
      <p:ext uri="{BB962C8B-B14F-4D97-AF65-F5344CB8AC3E}">
        <p14:creationId xmlns:p14="http://schemas.microsoft.com/office/powerpoint/2010/main" val="744185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86A380-89F0-1FCF-F4DD-15CF8A8405E5}"/>
              </a:ext>
            </a:extLst>
          </p:cNvPr>
          <p:cNvSpPr>
            <a:spLocks noGrp="1"/>
          </p:cNvSpPr>
          <p:nvPr>
            <p:ph type="title"/>
          </p:nvPr>
        </p:nvSpPr>
        <p:spPr/>
        <p:txBody>
          <a:bodyPr/>
          <a:lstStyle/>
          <a:p>
            <a:r>
              <a:rPr lang="es-PE" i="1" dirty="0"/>
              <a:t>¿Cómo pensamos? </a:t>
            </a:r>
            <a:r>
              <a:rPr lang="es-PE" dirty="0"/>
              <a:t>(1910)</a:t>
            </a:r>
          </a:p>
        </p:txBody>
      </p:sp>
      <p:sp>
        <p:nvSpPr>
          <p:cNvPr id="3" name="Marcador de contenido 2">
            <a:extLst>
              <a:ext uri="{FF2B5EF4-FFF2-40B4-BE49-F238E27FC236}">
                <a16:creationId xmlns:a16="http://schemas.microsoft.com/office/drawing/2014/main" id="{EDD398C3-89EB-9B6F-AF20-95D9BBAD4169}"/>
              </a:ext>
            </a:extLst>
          </p:cNvPr>
          <p:cNvSpPr>
            <a:spLocks noGrp="1"/>
          </p:cNvSpPr>
          <p:nvPr>
            <p:ph idx="1"/>
          </p:nvPr>
        </p:nvSpPr>
        <p:spPr/>
        <p:txBody>
          <a:bodyPr vert="horz" lIns="91440" tIns="45720" rIns="91440" bIns="45720" rtlCol="0" anchor="t">
            <a:normAutofit fontScale="92500" lnSpcReduction="10000"/>
          </a:bodyPr>
          <a:lstStyle/>
          <a:p>
            <a:pPr algn="just"/>
            <a:r>
              <a:rPr lang="es-PE" dirty="0"/>
              <a:t>Supone el enfoque pragmatista del pensamiento desarrollado por Peirce. </a:t>
            </a:r>
            <a:endParaRPr lang="es-ES" dirty="0"/>
          </a:p>
          <a:p>
            <a:pPr algn="just"/>
            <a:endParaRPr lang="es-PE" dirty="0"/>
          </a:p>
          <a:p>
            <a:pPr algn="just"/>
            <a:r>
              <a:rPr lang="es-PE" dirty="0"/>
              <a:t>Para disipar el malestar de la duda, algunos métodos son más constructivos que otros. La pedagogía tradicional es un método menos constructivo que la pedagogía progresiva. </a:t>
            </a:r>
          </a:p>
          <a:p>
            <a:pPr algn="just"/>
            <a:endParaRPr lang="es-PE" dirty="0"/>
          </a:p>
          <a:p>
            <a:pPr algn="just"/>
            <a:r>
              <a:rPr lang="es-PE" dirty="0"/>
              <a:t>Actividades de aprendizaje efectivo: proveer a los estudiantes de ejemplos que creen dudas motivadas en sus mentes y, luego, canalizar los intentos de los alumnos de despejar esas dudas de maneras lógicas.</a:t>
            </a:r>
          </a:p>
          <a:p>
            <a:endParaRPr lang="es-PE" dirty="0"/>
          </a:p>
          <a:p>
            <a:endParaRPr lang="es-PE" dirty="0"/>
          </a:p>
        </p:txBody>
      </p:sp>
    </p:spTree>
    <p:extLst>
      <p:ext uri="{BB962C8B-B14F-4D97-AF65-F5344CB8AC3E}">
        <p14:creationId xmlns:p14="http://schemas.microsoft.com/office/powerpoint/2010/main" val="699786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B5655A7-FC9A-CEE4-FFA2-C31E6801FB0C}"/>
              </a:ext>
            </a:extLst>
          </p:cNvPr>
          <p:cNvSpPr>
            <a:spLocks noGrp="1"/>
          </p:cNvSpPr>
          <p:nvPr>
            <p:ph idx="1"/>
          </p:nvPr>
        </p:nvSpPr>
        <p:spPr/>
        <p:txBody>
          <a:bodyPr vert="horz" lIns="91440" tIns="45720" rIns="91440" bIns="45720" rtlCol="0" anchor="t">
            <a:normAutofit/>
          </a:bodyPr>
          <a:lstStyle/>
          <a:p>
            <a:pPr marL="0" indent="0" algn="just">
              <a:buNone/>
            </a:pPr>
            <a:r>
              <a:rPr lang="es-ES" dirty="0"/>
              <a:t>El problema de Dewey con el modelo de educación de fábrica de su época (y de la nuestra), en el que los profesores dan respuestas y se aseguran de que los alumnos las aprendan y sólo las aprendan mediante ejercicios y exámenes, era que esta forma de aprendizaje ahogaba el descubrimiento, que él creía que debía facilitarse mediante actividades de aprendizaje “abiertas y enérgicas” por parte de los alumnos.</a:t>
            </a:r>
          </a:p>
          <a:p>
            <a:pPr marL="0" indent="0" algn="r">
              <a:buNone/>
            </a:pPr>
            <a:r>
              <a:rPr lang="es-ES" dirty="0"/>
              <a:t>Haber, 23</a:t>
            </a:r>
            <a:endParaRPr lang="es-PE" dirty="0"/>
          </a:p>
        </p:txBody>
      </p:sp>
    </p:spTree>
    <p:extLst>
      <p:ext uri="{BB962C8B-B14F-4D97-AF65-F5344CB8AC3E}">
        <p14:creationId xmlns:p14="http://schemas.microsoft.com/office/powerpoint/2010/main" val="56277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E0FC73-448D-73A5-9A86-58570D696A6E}"/>
              </a:ext>
            </a:extLst>
          </p:cNvPr>
          <p:cNvSpPr>
            <a:spLocks noGrp="1"/>
          </p:cNvSpPr>
          <p:nvPr>
            <p:ph type="title"/>
          </p:nvPr>
        </p:nvSpPr>
        <p:spPr/>
        <p:txBody>
          <a:bodyPr/>
          <a:lstStyle/>
          <a:p>
            <a:r>
              <a:rPr lang="es-PE" dirty="0"/>
              <a:t>Lógica según Dewey</a:t>
            </a:r>
          </a:p>
        </p:txBody>
      </p:sp>
      <p:sp>
        <p:nvSpPr>
          <p:cNvPr id="3" name="Marcador de contenido 2">
            <a:extLst>
              <a:ext uri="{FF2B5EF4-FFF2-40B4-BE49-F238E27FC236}">
                <a16:creationId xmlns:a16="http://schemas.microsoft.com/office/drawing/2014/main" id="{B3C12874-4007-D544-EFBD-07320D292F12}"/>
              </a:ext>
            </a:extLst>
          </p:cNvPr>
          <p:cNvSpPr>
            <a:spLocks noGrp="1"/>
          </p:cNvSpPr>
          <p:nvPr>
            <p:ph idx="1"/>
          </p:nvPr>
        </p:nvSpPr>
        <p:spPr>
          <a:xfrm>
            <a:off x="838200" y="2450464"/>
            <a:ext cx="10515600" cy="3900805"/>
          </a:xfrm>
        </p:spPr>
        <p:txBody>
          <a:bodyPr/>
          <a:lstStyle/>
          <a:p>
            <a:pPr marL="0" indent="0" algn="just">
              <a:buNone/>
            </a:pPr>
            <a:r>
              <a:rPr lang="es-ES" dirty="0"/>
              <a:t>[La lógica es un] método de razonamiento inspirado en la ciencia que propone una solución, pero la considera provisional hasta que se hayan reunido pruebas y se hayan realizado ensayos que confirman o refutan el primer intento de respuesta. Si se refuta, continúa una cadena de experimentos mentales similares que, en última instancia, conducen a un aprendizaje profundo y permanente.</a:t>
            </a:r>
          </a:p>
          <a:p>
            <a:pPr marL="0" indent="0" algn="r">
              <a:buNone/>
            </a:pPr>
            <a:r>
              <a:rPr lang="es-ES" dirty="0"/>
              <a:t>Haber, 24</a:t>
            </a:r>
            <a:endParaRPr lang="es-PE" dirty="0"/>
          </a:p>
        </p:txBody>
      </p:sp>
    </p:spTree>
    <p:extLst>
      <p:ext uri="{BB962C8B-B14F-4D97-AF65-F5344CB8AC3E}">
        <p14:creationId xmlns:p14="http://schemas.microsoft.com/office/powerpoint/2010/main" val="3792189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8C11AA-8A04-356B-4708-F1523814E6AF}"/>
              </a:ext>
            </a:extLst>
          </p:cNvPr>
          <p:cNvSpPr>
            <a:spLocks noGrp="1"/>
          </p:cNvSpPr>
          <p:nvPr>
            <p:ph type="title"/>
          </p:nvPr>
        </p:nvSpPr>
        <p:spPr/>
        <p:txBody>
          <a:bodyPr/>
          <a:lstStyle/>
          <a:p>
            <a:r>
              <a:rPr lang="es-PE" dirty="0"/>
              <a:t>Pensamiento reflexivo, según Dewey</a:t>
            </a:r>
          </a:p>
        </p:txBody>
      </p:sp>
      <p:sp>
        <p:nvSpPr>
          <p:cNvPr id="3" name="Marcador de contenido 2">
            <a:extLst>
              <a:ext uri="{FF2B5EF4-FFF2-40B4-BE49-F238E27FC236}">
                <a16:creationId xmlns:a16="http://schemas.microsoft.com/office/drawing/2014/main" id="{7DF37848-D878-F609-4019-216F62BB7ED6}"/>
              </a:ext>
            </a:extLst>
          </p:cNvPr>
          <p:cNvSpPr>
            <a:spLocks noGrp="1"/>
          </p:cNvSpPr>
          <p:nvPr>
            <p:ph idx="1"/>
          </p:nvPr>
        </p:nvSpPr>
        <p:spPr>
          <a:xfrm>
            <a:off x="838200" y="2831465"/>
            <a:ext cx="10515600" cy="2643505"/>
          </a:xfrm>
        </p:spPr>
        <p:txBody>
          <a:bodyPr vert="horz" lIns="91440" tIns="45720" rIns="91440" bIns="45720" rtlCol="0" anchor="t">
            <a:normAutofit/>
          </a:bodyPr>
          <a:lstStyle/>
          <a:p>
            <a:pPr marL="0" indent="0" algn="just">
              <a:buNone/>
            </a:pPr>
            <a:r>
              <a:rPr lang="es-ES" dirty="0"/>
              <a:t>Una “consideración activa, persistente y cuidadosa de cualquier creencia o supuesta forma de conocimiento a la luz de los fundamentos que la apoyan y de las conclusiones ulteriores a las que tiende”.</a:t>
            </a:r>
          </a:p>
          <a:p>
            <a:pPr marL="0" indent="0" algn="r">
              <a:buNone/>
            </a:pPr>
            <a:r>
              <a:rPr lang="es-ES" dirty="0"/>
              <a:t>Haber, 27</a:t>
            </a:r>
            <a:endParaRPr lang="es-PE" dirty="0"/>
          </a:p>
        </p:txBody>
      </p:sp>
    </p:spTree>
    <p:extLst>
      <p:ext uri="{BB962C8B-B14F-4D97-AF65-F5344CB8AC3E}">
        <p14:creationId xmlns:p14="http://schemas.microsoft.com/office/powerpoint/2010/main" val="4043690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8447A-5050-178E-EE2B-297CD8D1E106}"/>
              </a:ext>
            </a:extLst>
          </p:cNvPr>
          <p:cNvSpPr>
            <a:spLocks noGrp="1"/>
          </p:cNvSpPr>
          <p:nvPr>
            <p:ph type="title"/>
          </p:nvPr>
        </p:nvSpPr>
        <p:spPr>
          <a:xfrm>
            <a:off x="838200" y="513715"/>
            <a:ext cx="10515600" cy="1325563"/>
          </a:xfrm>
        </p:spPr>
        <p:txBody>
          <a:bodyPr>
            <a:normAutofit/>
          </a:bodyPr>
          <a:lstStyle/>
          <a:p>
            <a:r>
              <a:rPr lang="es-PE" sz="4000" dirty="0"/>
              <a:t>Pensamiento crítico, según Edward Glaser (1941)</a:t>
            </a:r>
          </a:p>
        </p:txBody>
      </p:sp>
      <p:sp>
        <p:nvSpPr>
          <p:cNvPr id="3" name="Marcador de contenido 2">
            <a:extLst>
              <a:ext uri="{FF2B5EF4-FFF2-40B4-BE49-F238E27FC236}">
                <a16:creationId xmlns:a16="http://schemas.microsoft.com/office/drawing/2014/main" id="{6C53F7D7-2196-0BBB-A31D-A22DE1094A00}"/>
              </a:ext>
            </a:extLst>
          </p:cNvPr>
          <p:cNvSpPr>
            <a:spLocks noGrp="1"/>
          </p:cNvSpPr>
          <p:nvPr>
            <p:ph idx="1"/>
          </p:nvPr>
        </p:nvSpPr>
        <p:spPr>
          <a:xfrm>
            <a:off x="838200" y="2506662"/>
            <a:ext cx="10515600" cy="4351338"/>
          </a:xfrm>
        </p:spPr>
        <p:txBody>
          <a:bodyPr>
            <a:normAutofit/>
          </a:bodyPr>
          <a:lstStyle/>
          <a:p>
            <a:pPr marL="0" indent="0" algn="just">
              <a:buNone/>
            </a:pPr>
            <a:r>
              <a:rPr lang="es-PE" dirty="0"/>
              <a:t>Pensar críticamente supone:</a:t>
            </a:r>
          </a:p>
          <a:p>
            <a:pPr marL="971550" lvl="1" indent="-514350" algn="just">
              <a:buAutoNum type="arabicParenBoth"/>
            </a:pPr>
            <a:r>
              <a:rPr lang="es-PE" sz="2800" dirty="0"/>
              <a:t>Tener actitud dispuesta a considerar sesudamente los problemas y tópicos que se enfrentan en el rango de las experiencias propias</a:t>
            </a:r>
          </a:p>
          <a:p>
            <a:pPr marL="971550" lvl="1" indent="-514350" algn="just">
              <a:buAutoNum type="arabicParenBoth"/>
            </a:pPr>
            <a:r>
              <a:rPr lang="es-PE" sz="2800" dirty="0"/>
              <a:t>Conocer métodos de investigación y razonamiento lógicos</a:t>
            </a:r>
          </a:p>
          <a:p>
            <a:pPr marL="971550" lvl="1" indent="-514350" algn="just">
              <a:buAutoNum type="arabicParenBoth"/>
            </a:pPr>
            <a:r>
              <a:rPr lang="es-PE" sz="2800" dirty="0"/>
              <a:t>Tener alguna habilidad para aplicar estos métodos</a:t>
            </a:r>
          </a:p>
          <a:p>
            <a:pPr marL="0" indent="0" algn="just">
              <a:buNone/>
            </a:pPr>
            <a:r>
              <a:rPr lang="es-PE" dirty="0"/>
              <a:t>									Haber, 26 </a:t>
            </a:r>
          </a:p>
        </p:txBody>
      </p:sp>
    </p:spTree>
    <p:extLst>
      <p:ext uri="{BB962C8B-B14F-4D97-AF65-F5344CB8AC3E}">
        <p14:creationId xmlns:p14="http://schemas.microsoft.com/office/powerpoint/2010/main" val="259207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45F91E-300A-2AAB-4060-22D015204524}"/>
              </a:ext>
            </a:extLst>
          </p:cNvPr>
          <p:cNvSpPr>
            <a:spLocks noGrp="1"/>
          </p:cNvSpPr>
          <p:nvPr>
            <p:ph type="title"/>
          </p:nvPr>
        </p:nvSpPr>
        <p:spPr/>
        <p:txBody>
          <a:bodyPr/>
          <a:lstStyle/>
          <a:p>
            <a:r>
              <a:rPr lang="es-PE" dirty="0"/>
              <a:t>Neurociencias: evolución y atajos heurísticos</a:t>
            </a:r>
          </a:p>
        </p:txBody>
      </p:sp>
      <p:sp>
        <p:nvSpPr>
          <p:cNvPr id="5" name="CuadroTexto 4">
            <a:extLst>
              <a:ext uri="{FF2B5EF4-FFF2-40B4-BE49-F238E27FC236}">
                <a16:creationId xmlns:a16="http://schemas.microsoft.com/office/drawing/2014/main" id="{B00206C3-61BE-5B05-659F-4C94ECD509D9}"/>
              </a:ext>
            </a:extLst>
          </p:cNvPr>
          <p:cNvSpPr txBox="1"/>
          <p:nvPr/>
        </p:nvSpPr>
        <p:spPr>
          <a:xfrm>
            <a:off x="838200" y="2067878"/>
            <a:ext cx="10515600" cy="4154984"/>
          </a:xfrm>
          <a:prstGeom prst="rect">
            <a:avLst/>
          </a:prstGeom>
          <a:noFill/>
        </p:spPr>
        <p:txBody>
          <a:bodyPr wrap="square">
            <a:spAutoFit/>
          </a:bodyPr>
          <a:lstStyle/>
          <a:p>
            <a:pPr algn="just"/>
            <a:r>
              <a:rPr lang="es-PE" sz="2400" dirty="0"/>
              <a:t>La mente humana no aplica toda la fuerza de la razón a cada situación, sino que toma atajos para gestionar de forma más eficiente el flujo de información procedente de nuestros sentidos y convertir esa información en comprensión sobre la que basar las decisiones. Estos atajos, llamados “heurísticos”, son probablemente el resultado de la selección natural. Por ejemplo, los humanos primitivos que creían sin pruebas convincentes que un susurro en los arbustos significaba un depredador cercano habrían tenido una ventaja evolutiva sobre los que decidían que la situación requería un examen más detenido antes de optar por huir o quedarse.</a:t>
            </a:r>
          </a:p>
          <a:p>
            <a:pPr algn="just"/>
            <a:endParaRPr lang="es-PE" sz="2400" dirty="0"/>
          </a:p>
          <a:p>
            <a:pPr algn="r"/>
            <a:r>
              <a:rPr lang="es-PE" sz="2400" dirty="0"/>
              <a:t>Haber, 29</a:t>
            </a:r>
          </a:p>
        </p:txBody>
      </p:sp>
    </p:spTree>
    <p:extLst>
      <p:ext uri="{BB962C8B-B14F-4D97-AF65-F5344CB8AC3E}">
        <p14:creationId xmlns:p14="http://schemas.microsoft.com/office/powerpoint/2010/main" val="1529627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74BC9F-6F25-61A8-94CB-E0F09762D9A4}"/>
              </a:ext>
            </a:extLst>
          </p:cNvPr>
          <p:cNvSpPr>
            <a:spLocks noGrp="1"/>
          </p:cNvSpPr>
          <p:nvPr>
            <p:ph type="title"/>
          </p:nvPr>
        </p:nvSpPr>
        <p:spPr/>
        <p:txBody>
          <a:bodyPr/>
          <a:lstStyle/>
          <a:p>
            <a:r>
              <a:rPr lang="es-PE" dirty="0"/>
              <a:t>Atajos heurísticos y sesgos</a:t>
            </a:r>
          </a:p>
        </p:txBody>
      </p:sp>
      <p:sp>
        <p:nvSpPr>
          <p:cNvPr id="3" name="Marcador de contenido 2">
            <a:extLst>
              <a:ext uri="{FF2B5EF4-FFF2-40B4-BE49-F238E27FC236}">
                <a16:creationId xmlns:a16="http://schemas.microsoft.com/office/drawing/2014/main" id="{0B3A1FE8-E21E-40C2-311B-BAB14F301435}"/>
              </a:ext>
            </a:extLst>
          </p:cNvPr>
          <p:cNvSpPr>
            <a:spLocks noGrp="1"/>
          </p:cNvSpPr>
          <p:nvPr>
            <p:ph idx="1"/>
          </p:nvPr>
        </p:nvSpPr>
        <p:spPr/>
        <p:txBody>
          <a:bodyPr>
            <a:normAutofit fontScale="92500" lnSpcReduction="20000"/>
          </a:bodyPr>
          <a:lstStyle/>
          <a:p>
            <a:pPr marL="514350" indent="-514350" algn="just">
              <a:buAutoNum type="arabicPeriod"/>
            </a:pPr>
            <a:r>
              <a:rPr lang="es-PE" b="1" dirty="0"/>
              <a:t>Efecto de anclaje: </a:t>
            </a:r>
            <a:r>
              <a:rPr lang="es-PE" dirty="0"/>
              <a:t>la razón tiende a tomar en cuenta algún dato numérico cercano cuando trata de estimar alguna cantidad o valor.</a:t>
            </a:r>
          </a:p>
          <a:p>
            <a:pPr marL="514350" indent="-514350" algn="just">
              <a:buAutoNum type="arabicPeriod"/>
            </a:pPr>
            <a:endParaRPr lang="es-PE" dirty="0"/>
          </a:p>
          <a:p>
            <a:pPr marL="514350" indent="-514350" algn="just">
              <a:buAutoNum type="arabicPeriod"/>
            </a:pPr>
            <a:r>
              <a:rPr lang="es-PE" b="1" dirty="0"/>
              <a:t>Sesgo de disponibilidad: </a:t>
            </a:r>
            <a:r>
              <a:rPr lang="es-PE" dirty="0"/>
              <a:t>la razón tiende a tomar decisiones sobre la base de comparaciones que vienen fácilmente a la mente.</a:t>
            </a:r>
          </a:p>
          <a:p>
            <a:pPr marL="514350" indent="-514350" algn="just">
              <a:buAutoNum type="arabicPeriod"/>
            </a:pPr>
            <a:endParaRPr lang="es-PE" b="1" dirty="0"/>
          </a:p>
          <a:p>
            <a:pPr marL="514350" indent="-514350" algn="just">
              <a:buAutoNum type="arabicPeriod"/>
            </a:pPr>
            <a:r>
              <a:rPr lang="es-PE" b="1" dirty="0"/>
              <a:t>Sesgo del afecto: </a:t>
            </a:r>
            <a:r>
              <a:rPr lang="es-PE" dirty="0"/>
              <a:t>tendemos a tomar decisiones sobre la base de los estados emocionales que asociamos con ciertas experiencias.</a:t>
            </a:r>
          </a:p>
          <a:p>
            <a:pPr marL="514350" indent="-514350" algn="just">
              <a:buAutoNum type="arabicPeriod"/>
            </a:pPr>
            <a:endParaRPr lang="es-PE" b="1" dirty="0"/>
          </a:p>
          <a:p>
            <a:pPr marL="514350" indent="-514350" algn="just">
              <a:buAutoNum type="arabicPeriod"/>
            </a:pPr>
            <a:r>
              <a:rPr lang="es-PE" b="1" dirty="0"/>
              <a:t>Sesgo de confirmación: </a:t>
            </a:r>
            <a:r>
              <a:rPr lang="es-PE" dirty="0"/>
              <a:t>tendemos a aceptar información que se adecúa a nuestras creencias previas y a rechazar la información incompatible con dichas creencias.</a:t>
            </a:r>
            <a:endParaRPr lang="es-PE" b="1" dirty="0"/>
          </a:p>
        </p:txBody>
      </p:sp>
    </p:spTree>
    <p:extLst>
      <p:ext uri="{BB962C8B-B14F-4D97-AF65-F5344CB8AC3E}">
        <p14:creationId xmlns:p14="http://schemas.microsoft.com/office/powerpoint/2010/main" val="1670108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B2D9B85-0546-5104-8C56-5EA1D6CEA582}"/>
              </a:ext>
            </a:extLst>
          </p:cNvPr>
          <p:cNvSpPr>
            <a:spLocks noGrp="1"/>
          </p:cNvSpPr>
          <p:nvPr>
            <p:ph idx="1"/>
          </p:nvPr>
        </p:nvSpPr>
        <p:spPr>
          <a:xfrm>
            <a:off x="838200" y="1854993"/>
            <a:ext cx="10515600" cy="3993833"/>
          </a:xfrm>
        </p:spPr>
        <p:txBody>
          <a:bodyPr/>
          <a:lstStyle/>
          <a:p>
            <a:pPr marL="0" indent="0" algn="just">
              <a:buNone/>
            </a:pPr>
            <a:r>
              <a:rPr lang="es-ES" dirty="0"/>
              <a:t>La presencia de prejuicios significa que ser capaz de pensar críticamente requiere algo más que comprender herramientas mentales como la lógica y las habilidades desarrolladas al poner en práctica esas herramientas. También requiere que comprendamos los prejuicios a los que es susceptible nuestro razonamiento y nos entrenemos para reflexionar y controlar esas deficiencias.</a:t>
            </a:r>
          </a:p>
          <a:p>
            <a:pPr marL="0" indent="0">
              <a:buNone/>
            </a:pPr>
            <a:r>
              <a:rPr lang="es-PE" dirty="0"/>
              <a:t>									Haber, 32 </a:t>
            </a:r>
            <a:endParaRPr lang="es-ES" dirty="0"/>
          </a:p>
        </p:txBody>
      </p:sp>
    </p:spTree>
    <p:extLst>
      <p:ext uri="{BB962C8B-B14F-4D97-AF65-F5344CB8AC3E}">
        <p14:creationId xmlns:p14="http://schemas.microsoft.com/office/powerpoint/2010/main" val="3306874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5C7294-B5C4-F23B-F329-BFD59EDFE521}"/>
              </a:ext>
            </a:extLst>
          </p:cNvPr>
          <p:cNvSpPr>
            <a:spLocks noGrp="1"/>
          </p:cNvSpPr>
          <p:nvPr>
            <p:ph type="title"/>
          </p:nvPr>
        </p:nvSpPr>
        <p:spPr/>
        <p:txBody>
          <a:bodyPr>
            <a:normAutofit/>
          </a:bodyPr>
          <a:lstStyle/>
          <a:p>
            <a:r>
              <a:rPr lang="es-PE" sz="4000" dirty="0"/>
              <a:t>¿Por qué llevar un curso de pensamiento crítico?</a:t>
            </a:r>
          </a:p>
        </p:txBody>
      </p:sp>
      <p:sp>
        <p:nvSpPr>
          <p:cNvPr id="3" name="Marcador de contenido 2">
            <a:extLst>
              <a:ext uri="{FF2B5EF4-FFF2-40B4-BE49-F238E27FC236}">
                <a16:creationId xmlns:a16="http://schemas.microsoft.com/office/drawing/2014/main" id="{4238B67E-9894-3356-E7CC-3182EF7D6130}"/>
              </a:ext>
            </a:extLst>
          </p:cNvPr>
          <p:cNvSpPr>
            <a:spLocks noGrp="1"/>
          </p:cNvSpPr>
          <p:nvPr>
            <p:ph idx="1"/>
          </p:nvPr>
        </p:nvSpPr>
        <p:spPr/>
        <p:txBody>
          <a:bodyPr>
            <a:normAutofit lnSpcReduction="10000"/>
          </a:bodyPr>
          <a:lstStyle/>
          <a:p>
            <a:pPr algn="just"/>
            <a:r>
              <a:rPr lang="es-PE" dirty="0"/>
              <a:t>La educación no consiste solo en transmitir de información a los alumnos, sino en facilitar que estos desarrollen habilidades para procesar, analizar, organizar, discriminar y comunicar esta  información. </a:t>
            </a:r>
          </a:p>
          <a:p>
            <a:pPr algn="just"/>
            <a:endParaRPr lang="es-PE" dirty="0"/>
          </a:p>
          <a:p>
            <a:pPr algn="just"/>
            <a:r>
              <a:rPr lang="es-PE" dirty="0"/>
              <a:t>La era de la información iniciada por el uso masivo de internet y potenciada por la aparición de las </a:t>
            </a:r>
            <a:r>
              <a:rPr lang="es-PE" dirty="0" err="1"/>
              <a:t>IA’s</a:t>
            </a:r>
            <a:r>
              <a:rPr lang="es-PE" dirty="0"/>
              <a:t> prioriza hoy el desarrollo de habilidades como razonar efectivamente, comunicar persuasivamente y trabajar cooperativamente, sobre la habilidad de asimilar y regurgitar información cruda, es decir, la información que se obtiene por medio de los buscadores y las </a:t>
            </a:r>
            <a:r>
              <a:rPr lang="es-PE" dirty="0" err="1"/>
              <a:t>IA’s</a:t>
            </a:r>
            <a:r>
              <a:rPr lang="es-PE" dirty="0"/>
              <a:t>.</a:t>
            </a:r>
          </a:p>
          <a:p>
            <a:pPr marL="0" indent="0" algn="just">
              <a:buNone/>
            </a:pPr>
            <a:endParaRPr lang="es-PE" dirty="0"/>
          </a:p>
          <a:p>
            <a:pPr marL="0" indent="0" algn="just">
              <a:buNone/>
            </a:pPr>
            <a:endParaRPr lang="es-PE" dirty="0"/>
          </a:p>
        </p:txBody>
      </p:sp>
    </p:spTree>
    <p:extLst>
      <p:ext uri="{BB962C8B-B14F-4D97-AF65-F5344CB8AC3E}">
        <p14:creationId xmlns:p14="http://schemas.microsoft.com/office/powerpoint/2010/main" val="674156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03549B4-C1B2-A0BB-9B70-4232A534583A}"/>
              </a:ext>
            </a:extLst>
          </p:cNvPr>
          <p:cNvSpPr>
            <a:spLocks noGrp="1"/>
          </p:cNvSpPr>
          <p:nvPr>
            <p:ph idx="1"/>
          </p:nvPr>
        </p:nvSpPr>
        <p:spPr>
          <a:xfrm>
            <a:off x="838200" y="720090"/>
            <a:ext cx="10515600" cy="5456873"/>
          </a:xfrm>
        </p:spPr>
        <p:txBody>
          <a:bodyPr/>
          <a:lstStyle/>
          <a:p>
            <a:pPr marL="0" indent="0" algn="just">
              <a:buNone/>
            </a:pPr>
            <a:r>
              <a:rPr lang="es-ES" dirty="0"/>
              <a:t>El acto de pensar críticamente requiere comprender una serie de ideas inspiradas en los acontecimientos y avances descritos en la historia intelectual y educativa [presentados aquí]. El pensamiento crítico es también una habilidad construida sobre ese conjunto de conocimientos, lo que significa que los elementos que lo componen deben practicarse antes de poder utilizarse eficazmente en situaciones en las que una decisión informada probablemente produciría los resultados más beneficiosos. El pensamiento crítico también requiere el desarrollo de hábitos que inspiren a una persona a seguir un camino de pensamiento crítico frente a la búsqueda de algún atajo para disipar la duda que pueda conducir al error, como creer todo lo que te dicen.</a:t>
            </a:r>
          </a:p>
          <a:p>
            <a:pPr marL="0" indent="0" algn="r">
              <a:buNone/>
            </a:pPr>
            <a:r>
              <a:rPr lang="es-ES" dirty="0"/>
              <a:t>Haber, 35-36</a:t>
            </a:r>
            <a:endParaRPr lang="es-PE" dirty="0"/>
          </a:p>
        </p:txBody>
      </p:sp>
    </p:spTree>
    <p:extLst>
      <p:ext uri="{BB962C8B-B14F-4D97-AF65-F5344CB8AC3E}">
        <p14:creationId xmlns:p14="http://schemas.microsoft.com/office/powerpoint/2010/main" val="1532891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2A4CB-E75B-C71D-C28D-CAAE86FCACC2}"/>
              </a:ext>
            </a:extLst>
          </p:cNvPr>
          <p:cNvSpPr>
            <a:spLocks noGrp="1"/>
          </p:cNvSpPr>
          <p:nvPr>
            <p:ph type="title"/>
          </p:nvPr>
        </p:nvSpPr>
        <p:spPr/>
        <p:txBody>
          <a:bodyPr/>
          <a:lstStyle/>
          <a:p>
            <a:r>
              <a:rPr lang="es-PE" dirty="0"/>
              <a:t>Otras definiciones de pensamiento crítico</a:t>
            </a:r>
          </a:p>
        </p:txBody>
      </p:sp>
      <p:sp>
        <p:nvSpPr>
          <p:cNvPr id="3" name="Marcador de contenido 2">
            <a:extLst>
              <a:ext uri="{FF2B5EF4-FFF2-40B4-BE49-F238E27FC236}">
                <a16:creationId xmlns:a16="http://schemas.microsoft.com/office/drawing/2014/main" id="{351C5385-9F06-BE97-736D-108AB20E9C32}"/>
              </a:ext>
            </a:extLst>
          </p:cNvPr>
          <p:cNvSpPr>
            <a:spLocks noGrp="1"/>
          </p:cNvSpPr>
          <p:nvPr>
            <p:ph idx="1"/>
          </p:nvPr>
        </p:nvSpPr>
        <p:spPr/>
        <p:txBody>
          <a:bodyPr vert="horz" lIns="91440" tIns="45720" rIns="91440" bIns="45720" rtlCol="0" anchor="t">
            <a:normAutofit/>
          </a:bodyPr>
          <a:lstStyle/>
          <a:p>
            <a:pPr marL="0" indent="0" algn="just">
              <a:buNone/>
            </a:pPr>
            <a:r>
              <a:rPr lang="es-ES" dirty="0"/>
              <a:t>El pensamiento crítico es el modo de pensar -sobre cualquier tema, contenido o problema- en el que el pensador mejora la calidad de su pensamiento analizándolo, evaluándolo y reconstruyéndolo hábilmente. El pensamiento crítico es un pensamiento autodirigido, </a:t>
            </a:r>
            <a:r>
              <a:rPr lang="es-ES" dirty="0" err="1"/>
              <a:t>autodisciplinado</a:t>
            </a:r>
            <a:r>
              <a:rPr lang="es-ES" dirty="0"/>
              <a:t>, autocontrolado y autocorrectivo. Presupone la aceptación de normas rigurosas de excelencia y el dominio consciente de su uso. Implica una comunicación eficaz y la capacidad, así como el compromiso de superar nuestro egocentrismo y </a:t>
            </a:r>
            <a:r>
              <a:rPr lang="es-ES" dirty="0" err="1"/>
              <a:t>sociocentrismo</a:t>
            </a:r>
            <a:r>
              <a:rPr lang="es-ES" dirty="0"/>
              <a:t> naturales.</a:t>
            </a:r>
          </a:p>
          <a:p>
            <a:pPr marL="0" indent="0" algn="r">
              <a:buNone/>
            </a:pPr>
            <a:r>
              <a:rPr lang="es-ES" dirty="0"/>
              <a:t>Fundación de Pensamiento Crítico</a:t>
            </a:r>
            <a:endParaRPr lang="es-PE" dirty="0"/>
          </a:p>
        </p:txBody>
      </p:sp>
    </p:spTree>
    <p:extLst>
      <p:ext uri="{BB962C8B-B14F-4D97-AF65-F5344CB8AC3E}">
        <p14:creationId xmlns:p14="http://schemas.microsoft.com/office/powerpoint/2010/main" val="40486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D78C0A-4475-CE28-51FA-4CC33B146E33}"/>
              </a:ext>
            </a:extLst>
          </p:cNvPr>
          <p:cNvSpPr>
            <a:spLocks noGrp="1"/>
          </p:cNvSpPr>
          <p:nvPr>
            <p:ph type="title"/>
          </p:nvPr>
        </p:nvSpPr>
        <p:spPr/>
        <p:txBody>
          <a:bodyPr/>
          <a:lstStyle/>
          <a:p>
            <a:r>
              <a:rPr lang="es-PE" dirty="0"/>
              <a:t>Otras definiciones de pensamiento crítico</a:t>
            </a:r>
          </a:p>
        </p:txBody>
      </p:sp>
      <p:sp>
        <p:nvSpPr>
          <p:cNvPr id="3" name="Marcador de contenido 2">
            <a:extLst>
              <a:ext uri="{FF2B5EF4-FFF2-40B4-BE49-F238E27FC236}">
                <a16:creationId xmlns:a16="http://schemas.microsoft.com/office/drawing/2014/main" id="{306FF4FF-832A-3355-F4B7-A242F038B087}"/>
              </a:ext>
            </a:extLst>
          </p:cNvPr>
          <p:cNvSpPr>
            <a:spLocks noGrp="1"/>
          </p:cNvSpPr>
          <p:nvPr>
            <p:ph idx="1"/>
          </p:nvPr>
        </p:nvSpPr>
        <p:spPr>
          <a:xfrm>
            <a:off x="838200" y="2731769"/>
            <a:ext cx="10515600" cy="3445193"/>
          </a:xfrm>
        </p:spPr>
        <p:txBody>
          <a:bodyPr/>
          <a:lstStyle/>
          <a:p>
            <a:pPr marL="0" indent="0" algn="just">
              <a:buNone/>
            </a:pPr>
            <a:r>
              <a:rPr lang="es-ES" dirty="0"/>
              <a:t>El pensamiento crítico es un juicio intencionado y autorregulado que da lugar a la interpretación, el análisis, la evaluación y la inferencia, así como a la explicación de las consideraciones probatorias, conceptuales, metodológicas, criteriológicas o contextuales en las que se basa dicho juicio.</a:t>
            </a:r>
          </a:p>
          <a:p>
            <a:pPr marL="0" indent="0">
              <a:buNone/>
            </a:pPr>
            <a:r>
              <a:rPr lang="es-PE" dirty="0"/>
              <a:t>									Peter Facione</a:t>
            </a:r>
          </a:p>
        </p:txBody>
      </p:sp>
    </p:spTree>
    <p:extLst>
      <p:ext uri="{BB962C8B-B14F-4D97-AF65-F5344CB8AC3E}">
        <p14:creationId xmlns:p14="http://schemas.microsoft.com/office/powerpoint/2010/main" val="18634474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3774</TotalTime>
  <Words>1929</Words>
  <Application>Microsoft Office PowerPoint</Application>
  <PresentationFormat>Panorámica</PresentationFormat>
  <Paragraphs>126</Paragraphs>
  <Slides>28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28</vt:i4>
      </vt:variant>
    </vt:vector>
  </HeadingPairs>
  <TitlesOfParts>
    <vt:vector size="32" baseType="lpstr">
      <vt:lpstr>Aptos</vt:lpstr>
      <vt:lpstr>Aptos Display</vt:lpstr>
      <vt:lpstr>Arial</vt:lpstr>
      <vt:lpstr>Tema de Office</vt:lpstr>
      <vt:lpstr>Pensamiento Crítico</vt:lpstr>
      <vt:lpstr>Unidad 1. Introducción al pensamiento crítico</vt:lpstr>
      <vt:lpstr>Grecia clásica (siglos V - IV a.C.)</vt:lpstr>
      <vt:lpstr>Aristóteles (384-322 a.C.)</vt:lpstr>
      <vt:lpstr>Presentación de PowerPoint</vt:lpstr>
      <vt:lpstr>Impacto de Aristóteles en la educación</vt:lpstr>
      <vt:lpstr>Renacimiento y revolución científica (siglos XIV-XVII)</vt:lpstr>
      <vt:lpstr>Presentación de PowerPoint</vt:lpstr>
      <vt:lpstr>Filosofía moderna</vt:lpstr>
      <vt:lpstr>Presentación de PowerPoint</vt:lpstr>
      <vt:lpstr>Método científico</vt:lpstr>
      <vt:lpstr>Ciencia moderna</vt:lpstr>
      <vt:lpstr>¿Puede aplicarse el método científico al pensamiento en general?</vt:lpstr>
      <vt:lpstr>Pragmatismo aplicado a la psicología (s. XIX)</vt:lpstr>
      <vt:lpstr>John Dewey (1859-1952) y la teoría educativa</vt:lpstr>
      <vt:lpstr>Presentación de PowerPoint</vt:lpstr>
      <vt:lpstr>¿Cómo pensamos? (1910)</vt:lpstr>
      <vt:lpstr>Presentación de PowerPoint</vt:lpstr>
      <vt:lpstr>Lógica según Dewey</vt:lpstr>
      <vt:lpstr>Pensamiento reflexivo, según Dewey</vt:lpstr>
      <vt:lpstr>Pensamiento crítico, según Edward Glaser (1941)</vt:lpstr>
      <vt:lpstr>Neurociencias: evolución y atajos heurísticos</vt:lpstr>
      <vt:lpstr>Atajos heurísticos y sesgos</vt:lpstr>
      <vt:lpstr>Presentación de PowerPoint</vt:lpstr>
      <vt:lpstr>¿Por qué llevar un curso de pensamiento crítico?</vt:lpstr>
      <vt:lpstr>Presentación de PowerPoint</vt:lpstr>
      <vt:lpstr>Otras definiciones de pensamiento crítico</vt:lpstr>
      <vt:lpstr>Otras definiciones de pensamiento crítico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Pensamiento Crítico</dc:title>
  <dc:creator>Raymond Ocampo Salazar</dc:creator>
  <cp:lastModifiedBy>Raymond Ocampo Salazar</cp:lastModifiedBy>
  <cp:revision>16</cp:revision>
  <dcterms:created xsi:type="dcterms:W3CDTF">2024-08-24T20:58:45Z</dcterms:created>
  <dcterms:modified xsi:type="dcterms:W3CDTF">2025-08-19T18:11:27Z</dcterms:modified>
</cp:coreProperties>
</file>