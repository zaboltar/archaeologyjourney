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6" autoAdjust="0"/>
    <p:restoredTop sz="94660"/>
  </p:normalViewPr>
  <p:slideViewPr>
    <p:cSldViewPr snapToGrid="0">
      <p:cViewPr>
        <p:scale>
          <a:sx n="70" d="100"/>
          <a:sy n="70" d="100"/>
        </p:scale>
        <p:origin x="534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0F4FC-9E22-E160-AE6F-3B42E9D52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9559F-2FC0-BFA7-56D0-84ACE4E8A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FBC6A-EBC7-2E59-5D36-804D0A06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1612-9616-4944-A6D8-CA6688341869}" type="datetimeFigureOut">
              <a:rPr lang="es-PE" smtClean="0"/>
              <a:t>21/03/2026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E7200-ADD4-B9ED-793C-4EC2874F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0ED55-0C6D-1402-C46A-07DC0FCD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59C7-B01B-48D5-BC28-5C77A7BB849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15449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E546-FADB-6958-CA01-9E264F0E6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72805-FA76-51A2-7094-744677413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5FD02-B367-2664-C733-E13B28AF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1612-9616-4944-A6D8-CA6688341869}" type="datetimeFigureOut">
              <a:rPr lang="es-PE" smtClean="0"/>
              <a:t>21/03/2026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1CED9-A4B4-4713-7A04-35BBE9B19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573D5-2D4D-081B-757C-77315F54D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59C7-B01B-48D5-BC28-5C77A7BB849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9091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5611-7DAE-B573-F989-4873FEEB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5E498-4BAD-422A-41EA-D39D9B145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F4601-C0D3-F11E-0D89-A3B9B3A31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1612-9616-4944-A6D8-CA6688341869}" type="datetimeFigureOut">
              <a:rPr lang="es-PE" smtClean="0"/>
              <a:t>21/03/2026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A7A73-359B-18FE-E532-4BA35B2D0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22912-635A-03E8-2F3E-E2BF4069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59C7-B01B-48D5-BC28-5C77A7BB849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2560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F4CA-805E-659B-3491-D019F45C9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DC482-7D90-7BCC-5274-C22E31A63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D3866-E644-7CDB-262A-88F996919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25AF6-7DDD-55CD-8FEA-3661D3B3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1612-9616-4944-A6D8-CA6688341869}" type="datetimeFigureOut">
              <a:rPr lang="es-PE" smtClean="0"/>
              <a:t>21/03/2026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B924E-8694-B105-9308-74BD6C66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A7821-B52D-EA88-0AE1-3CA0A137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59C7-B01B-48D5-BC28-5C77A7BB849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41466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0FFA7-AF44-B678-49A9-0A39137ED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2F9F6-6E32-BDD3-6C28-442ED2CF6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E43B6-E801-4821-DE39-A7D60D06E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25170F-871B-0B20-F0DC-D2AA0266C3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C6045-0650-54FB-4957-687B24176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05F8DE-B55D-DB95-3860-0A42B1A8D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1612-9616-4944-A6D8-CA6688341869}" type="datetimeFigureOut">
              <a:rPr lang="es-PE" smtClean="0"/>
              <a:t>21/03/2026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761980-E539-88CF-F99E-9732DFB4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396BC3-7C4D-9C75-8AC6-3680AF85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59C7-B01B-48D5-BC28-5C77A7BB849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079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30B2-9D42-10C7-6755-4FD901E0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F88038-B151-EBCF-F580-1CC028C99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1612-9616-4944-A6D8-CA6688341869}" type="datetimeFigureOut">
              <a:rPr lang="es-PE" smtClean="0"/>
              <a:t>21/03/2026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837F1-05F9-DEB8-AFFA-EB7FC13E9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2C833-CA16-7390-EBC7-2F180F59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59C7-B01B-48D5-BC28-5C77A7BB849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1298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2C290E-E07B-BAB4-E1A7-2A1FCB711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1612-9616-4944-A6D8-CA6688341869}" type="datetimeFigureOut">
              <a:rPr lang="es-PE" smtClean="0"/>
              <a:t>21/03/2026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4DE18-9D0A-C474-CBBF-B77687724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E35BA-CD26-D102-42D0-EDC0DE173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59C7-B01B-48D5-BC28-5C77A7BB849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463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38DCF-4E02-65C9-D2A0-21E59FC0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64265-486F-0690-6272-B1C3FF3D5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9FC44-FDCE-4042-5CDE-943F4E9F4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AC6DF-D80E-8F1B-E16F-1298A19BB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1612-9616-4944-A6D8-CA6688341869}" type="datetimeFigureOut">
              <a:rPr lang="es-PE" smtClean="0"/>
              <a:t>21/03/2026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1A826-091A-56DF-CC46-A95B048B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6A272-E7F7-A805-70DC-EFF806DB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59C7-B01B-48D5-BC28-5C77A7BB849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6320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AA881-9A43-7E94-CD88-46FA0A89B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059F17-1165-9F7F-7B57-F3B42BAB4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CF86D-9FC1-9AFE-AF1B-C9BCA2C69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70837-C992-E123-A65E-C5AF234AA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1612-9616-4944-A6D8-CA6688341869}" type="datetimeFigureOut">
              <a:rPr lang="es-PE" smtClean="0"/>
              <a:t>21/03/2026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8FCF9-2B90-89FA-C4A1-BD16E9228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32BCC-60E4-B3AA-E64E-D50CF5F0D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59C7-B01B-48D5-BC28-5C77A7BB849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7128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F2B23-9283-BE2A-90AA-2D6CA567D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F8CC26-F287-A466-2E09-992E2E872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A25AF-2E33-6391-8BC9-9DEBDA6F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1612-9616-4944-A6D8-CA6688341869}" type="datetimeFigureOut">
              <a:rPr lang="es-PE" smtClean="0"/>
              <a:t>21/03/2026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026D6-2D90-9DB7-11A9-806CF6798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4E5A9-2DDB-C481-01BB-968A4FFB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59C7-B01B-48D5-BC28-5C77A7BB849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706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F7471E-86BF-D9B3-767E-820087BD1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31036-36AC-EF8B-9AF8-506B3CB66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844D6-D46B-2A16-EF3D-F2D108015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1612-9616-4944-A6D8-CA6688341869}" type="datetimeFigureOut">
              <a:rPr lang="es-PE" smtClean="0"/>
              <a:t>21/03/2026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3EE23-FF01-5360-6C3F-350131F65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268B5-5DAA-A481-F6DC-81FC8998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59C7-B01B-48D5-BC28-5C77A7BB849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34309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988854-8291-3C16-1D1D-C20785E4F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EF1AC-9A4F-B6E1-0FFB-888904566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E60-C7D0-D06F-F7C9-DBF92307E0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71612-9616-4944-A6D8-CA6688341869}" type="datetimeFigureOut">
              <a:rPr lang="es-PE" smtClean="0"/>
              <a:t>21/03/2026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61D1C-2971-3C71-3081-A8327F77FE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09E67-D1CA-27D5-B811-A21E37AE7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059C7-B01B-48D5-BC28-5C77A7BB849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7623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155EE-D4DD-9DEF-E6A4-E52C85B03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5605"/>
            <a:ext cx="9144000" cy="4511793"/>
          </a:xfrm>
        </p:spPr>
        <p:txBody>
          <a:bodyPr>
            <a:normAutofit fontScale="90000"/>
          </a:bodyPr>
          <a:lstStyle/>
          <a:p>
            <a:r>
              <a:rPr lang="es-MX" dirty="0"/>
              <a:t>Cap. 1 </a:t>
            </a:r>
            <a:br>
              <a:rPr lang="es-MX" dirty="0"/>
            </a:br>
            <a:r>
              <a:rPr lang="es-MX" dirty="0">
                <a:solidFill>
                  <a:srgbClr val="FF0000"/>
                </a:solidFill>
              </a:rPr>
              <a:t>¿Qué es pensar?</a:t>
            </a:r>
            <a:br>
              <a:rPr lang="es-MX" dirty="0">
                <a:solidFill>
                  <a:srgbClr val="FF0000"/>
                </a:solidFill>
              </a:rPr>
            </a:br>
            <a:br>
              <a:rPr lang="es-MX" dirty="0">
                <a:solidFill>
                  <a:srgbClr val="FF0000"/>
                </a:solidFill>
              </a:rPr>
            </a:br>
            <a:r>
              <a:rPr lang="es-MX" dirty="0"/>
              <a:t>En: </a:t>
            </a:r>
            <a:r>
              <a:rPr lang="es-MX" sz="4000" dirty="0"/>
              <a:t>Cómo pensamos: </a:t>
            </a:r>
            <a:br>
              <a:rPr lang="es-MX" sz="4000" dirty="0"/>
            </a:br>
            <a:r>
              <a:rPr lang="es-MX" sz="4000" dirty="0"/>
              <a:t>La relación entre pensamiento reflexivo y proceso educativo</a:t>
            </a:r>
            <a:br>
              <a:rPr lang="es-MX" dirty="0"/>
            </a:br>
            <a:endParaRPr lang="es-P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642F15-06CF-CA8D-CB9C-CA208FB12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75506"/>
            <a:ext cx="9144000" cy="646889"/>
          </a:xfrm>
        </p:spPr>
        <p:txBody>
          <a:bodyPr/>
          <a:lstStyle/>
          <a:p>
            <a:r>
              <a:rPr lang="es-MX" dirty="0"/>
              <a:t>J. Dewey</a:t>
            </a:r>
            <a:endParaRPr lang="es-P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AF0E1-CC09-17A5-B9C5-147EF60BF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462" y="4380081"/>
            <a:ext cx="174307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56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0E5083-6E1E-77EC-F607-B46602A78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111" y="2501776"/>
            <a:ext cx="9675777" cy="13949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59F306-FCC4-4FFF-C77C-C607C73FC2CD}"/>
              </a:ext>
            </a:extLst>
          </p:cNvPr>
          <p:cNvSpPr txBox="1"/>
          <p:nvPr/>
        </p:nvSpPr>
        <p:spPr>
          <a:xfrm>
            <a:off x="9805182" y="5542671"/>
            <a:ext cx="1322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p.19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8079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B50A7-023B-881C-A71E-46FE4338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8B9CB2-1EE4-3594-1268-4A8600CF0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384" y="0"/>
            <a:ext cx="8681232" cy="686336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75B982-DAEB-089F-06F6-F28E2B538278}"/>
              </a:ext>
            </a:extLst>
          </p:cNvPr>
          <p:cNvCxnSpPr>
            <a:cxnSpLocks/>
          </p:cNvCxnSpPr>
          <p:nvPr/>
        </p:nvCxnSpPr>
        <p:spPr>
          <a:xfrm>
            <a:off x="1935919" y="1274821"/>
            <a:ext cx="827722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A4DA55-B9B4-8C16-D5DF-E86F8AB667D1}"/>
              </a:ext>
            </a:extLst>
          </p:cNvPr>
          <p:cNvCxnSpPr>
            <a:cxnSpLocks/>
          </p:cNvCxnSpPr>
          <p:nvPr/>
        </p:nvCxnSpPr>
        <p:spPr>
          <a:xfrm>
            <a:off x="1935919" y="1652304"/>
            <a:ext cx="827722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3BE82B-E2CC-7DE5-82B3-7540711D1DD7}"/>
              </a:ext>
            </a:extLst>
          </p:cNvPr>
          <p:cNvCxnSpPr>
            <a:cxnSpLocks/>
          </p:cNvCxnSpPr>
          <p:nvPr/>
        </p:nvCxnSpPr>
        <p:spPr>
          <a:xfrm>
            <a:off x="1935919" y="2046200"/>
            <a:ext cx="827722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6F17E9-8970-CA2E-D442-B45D76BD3AD9}"/>
              </a:ext>
            </a:extLst>
          </p:cNvPr>
          <p:cNvCxnSpPr>
            <a:cxnSpLocks/>
          </p:cNvCxnSpPr>
          <p:nvPr/>
        </p:nvCxnSpPr>
        <p:spPr>
          <a:xfrm>
            <a:off x="1957387" y="2367412"/>
            <a:ext cx="825575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6C84EA-FA83-1973-DF62-5C9B2A7E073D}"/>
              </a:ext>
            </a:extLst>
          </p:cNvPr>
          <p:cNvCxnSpPr>
            <a:cxnSpLocks/>
          </p:cNvCxnSpPr>
          <p:nvPr/>
        </p:nvCxnSpPr>
        <p:spPr>
          <a:xfrm>
            <a:off x="1935919" y="2758963"/>
            <a:ext cx="825575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F335C6-4DA3-7B71-DFBB-EE7140B5C0DE}"/>
              </a:ext>
            </a:extLst>
          </p:cNvPr>
          <p:cNvCxnSpPr>
            <a:cxnSpLocks/>
          </p:cNvCxnSpPr>
          <p:nvPr/>
        </p:nvCxnSpPr>
        <p:spPr>
          <a:xfrm>
            <a:off x="1935919" y="3110655"/>
            <a:ext cx="416008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3F04E8-E94A-A778-CB85-40849B2EF4EF}"/>
              </a:ext>
            </a:extLst>
          </p:cNvPr>
          <p:cNvCxnSpPr>
            <a:cxnSpLocks/>
          </p:cNvCxnSpPr>
          <p:nvPr/>
        </p:nvCxnSpPr>
        <p:spPr>
          <a:xfrm>
            <a:off x="7813870" y="3429000"/>
            <a:ext cx="237780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8BF031-28F2-84E7-0E5F-B09CC0E08A99}"/>
              </a:ext>
            </a:extLst>
          </p:cNvPr>
          <p:cNvCxnSpPr>
            <a:cxnSpLocks/>
          </p:cNvCxnSpPr>
          <p:nvPr/>
        </p:nvCxnSpPr>
        <p:spPr>
          <a:xfrm>
            <a:off x="1935919" y="3806483"/>
            <a:ext cx="506979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2F219B-1106-FC0F-69A2-008CDA9C19CC}"/>
              </a:ext>
            </a:extLst>
          </p:cNvPr>
          <p:cNvCxnSpPr>
            <a:cxnSpLocks/>
          </p:cNvCxnSpPr>
          <p:nvPr/>
        </p:nvCxnSpPr>
        <p:spPr>
          <a:xfrm>
            <a:off x="1957387" y="4903763"/>
            <a:ext cx="823429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A71DD4D-1733-5D84-77A6-6ED4A6D9F864}"/>
              </a:ext>
            </a:extLst>
          </p:cNvPr>
          <p:cNvCxnSpPr>
            <a:cxnSpLocks/>
          </p:cNvCxnSpPr>
          <p:nvPr/>
        </p:nvCxnSpPr>
        <p:spPr>
          <a:xfrm>
            <a:off x="9340948" y="4591929"/>
            <a:ext cx="82926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E661A6A-5B39-B9AF-C097-710B5A3D28AF}"/>
              </a:ext>
            </a:extLst>
          </p:cNvPr>
          <p:cNvCxnSpPr>
            <a:cxnSpLocks/>
          </p:cNvCxnSpPr>
          <p:nvPr/>
        </p:nvCxnSpPr>
        <p:spPr>
          <a:xfrm>
            <a:off x="1957387" y="5307037"/>
            <a:ext cx="260054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B180A8-E3FB-CFCE-11FE-AC040A3C396F}"/>
              </a:ext>
            </a:extLst>
          </p:cNvPr>
          <p:cNvCxnSpPr>
            <a:cxnSpLocks/>
          </p:cNvCxnSpPr>
          <p:nvPr/>
        </p:nvCxnSpPr>
        <p:spPr>
          <a:xfrm flipV="1">
            <a:off x="5685693" y="5307037"/>
            <a:ext cx="4484516" cy="351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C55526-FEEA-5AEE-594D-5B1167912A65}"/>
              </a:ext>
            </a:extLst>
          </p:cNvPr>
          <p:cNvCxnSpPr>
            <a:cxnSpLocks/>
          </p:cNvCxnSpPr>
          <p:nvPr/>
        </p:nvCxnSpPr>
        <p:spPr>
          <a:xfrm>
            <a:off x="1935919" y="5689209"/>
            <a:ext cx="823429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7186E02-A8E5-0569-67AC-9B0482A8C75F}"/>
              </a:ext>
            </a:extLst>
          </p:cNvPr>
          <p:cNvCxnSpPr>
            <a:cxnSpLocks/>
          </p:cNvCxnSpPr>
          <p:nvPr/>
        </p:nvCxnSpPr>
        <p:spPr>
          <a:xfrm>
            <a:off x="1935919" y="5998699"/>
            <a:ext cx="160913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464693D-4F92-7D94-24A6-860ECBE57836}"/>
              </a:ext>
            </a:extLst>
          </p:cNvPr>
          <p:cNvCxnSpPr>
            <a:cxnSpLocks/>
          </p:cNvCxnSpPr>
          <p:nvPr/>
        </p:nvCxnSpPr>
        <p:spPr>
          <a:xfrm>
            <a:off x="5092505" y="6741942"/>
            <a:ext cx="139775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FAE94F8-58B9-272E-7D39-BF2B92F6BE64}"/>
              </a:ext>
            </a:extLst>
          </p:cNvPr>
          <p:cNvSpPr/>
          <p:nvPr/>
        </p:nvSpPr>
        <p:spPr>
          <a:xfrm>
            <a:off x="1755384" y="126609"/>
            <a:ext cx="3548136" cy="4875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5092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BF3D9-D516-FB83-93CE-B8C74C3F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E5AFD2-B65B-8035-41DD-441348FD0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907" y="272922"/>
            <a:ext cx="7666188" cy="23831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19E1B9-2386-6C52-15A5-B4A9B57C8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904" y="2656107"/>
            <a:ext cx="7616191" cy="40330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20AE736-000D-A073-073E-8E449869A1D3}"/>
              </a:ext>
            </a:extLst>
          </p:cNvPr>
          <p:cNvSpPr/>
          <p:nvPr/>
        </p:nvSpPr>
        <p:spPr>
          <a:xfrm>
            <a:off x="2287904" y="272922"/>
            <a:ext cx="3325105" cy="4875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F651DD-1698-D3FB-AE20-9E732DEA18DC}"/>
              </a:ext>
            </a:extLst>
          </p:cNvPr>
          <p:cNvCxnSpPr>
            <a:cxnSpLocks/>
          </p:cNvCxnSpPr>
          <p:nvPr/>
        </p:nvCxnSpPr>
        <p:spPr>
          <a:xfrm>
            <a:off x="2287904" y="1339948"/>
            <a:ext cx="751727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FE6A0D-7BEF-5E24-4FBD-C03504B06CA2}"/>
              </a:ext>
            </a:extLst>
          </p:cNvPr>
          <p:cNvCxnSpPr>
            <a:cxnSpLocks/>
          </p:cNvCxnSpPr>
          <p:nvPr/>
        </p:nvCxnSpPr>
        <p:spPr>
          <a:xfrm>
            <a:off x="2332452" y="1647093"/>
            <a:ext cx="751727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DA66CE-7114-68D5-7637-14948359A91A}"/>
              </a:ext>
            </a:extLst>
          </p:cNvPr>
          <p:cNvCxnSpPr>
            <a:cxnSpLocks/>
          </p:cNvCxnSpPr>
          <p:nvPr/>
        </p:nvCxnSpPr>
        <p:spPr>
          <a:xfrm>
            <a:off x="3432517" y="1956582"/>
            <a:ext cx="642212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50F636-2361-2696-E78D-A4718C6423B8}"/>
              </a:ext>
            </a:extLst>
          </p:cNvPr>
          <p:cNvCxnSpPr>
            <a:cxnSpLocks/>
          </p:cNvCxnSpPr>
          <p:nvPr/>
        </p:nvCxnSpPr>
        <p:spPr>
          <a:xfrm>
            <a:off x="2401948" y="2277795"/>
            <a:ext cx="74477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654225-0234-DDE1-6845-BD51FC4A821C}"/>
              </a:ext>
            </a:extLst>
          </p:cNvPr>
          <p:cNvCxnSpPr>
            <a:cxnSpLocks/>
          </p:cNvCxnSpPr>
          <p:nvPr/>
        </p:nvCxnSpPr>
        <p:spPr>
          <a:xfrm>
            <a:off x="5613009" y="3023382"/>
            <a:ext cx="41921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1E8CAC-2AC2-E4E0-C65C-39844BB3C68E}"/>
              </a:ext>
            </a:extLst>
          </p:cNvPr>
          <p:cNvCxnSpPr>
            <a:cxnSpLocks/>
          </p:cNvCxnSpPr>
          <p:nvPr/>
        </p:nvCxnSpPr>
        <p:spPr>
          <a:xfrm>
            <a:off x="2401948" y="3319975"/>
            <a:ext cx="74032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F638FD1-02E9-A67E-BD0D-33D734E34EFF}"/>
              </a:ext>
            </a:extLst>
          </p:cNvPr>
          <p:cNvCxnSpPr>
            <a:cxnSpLocks/>
          </p:cNvCxnSpPr>
          <p:nvPr/>
        </p:nvCxnSpPr>
        <p:spPr>
          <a:xfrm>
            <a:off x="2394383" y="3711526"/>
            <a:ext cx="74032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192475-76D9-464E-0898-ECEE80E2AD73}"/>
              </a:ext>
            </a:extLst>
          </p:cNvPr>
          <p:cNvCxnSpPr>
            <a:cxnSpLocks/>
          </p:cNvCxnSpPr>
          <p:nvPr/>
        </p:nvCxnSpPr>
        <p:spPr>
          <a:xfrm>
            <a:off x="2401948" y="3992880"/>
            <a:ext cx="74032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F4193E-1EAC-CBF1-4693-C27C542DB8DB}"/>
              </a:ext>
            </a:extLst>
          </p:cNvPr>
          <p:cNvCxnSpPr>
            <a:cxnSpLocks/>
          </p:cNvCxnSpPr>
          <p:nvPr/>
        </p:nvCxnSpPr>
        <p:spPr>
          <a:xfrm>
            <a:off x="2401948" y="4344572"/>
            <a:ext cx="201530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87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1BF82-5372-4E13-9A0B-D7FE797C2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E73D48-DBDA-6DD6-F52D-F2FA610AD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516" y="5289611"/>
            <a:ext cx="6192130" cy="15918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9344E7-E72E-2F18-5832-AE5B19892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516" y="1120465"/>
            <a:ext cx="6192130" cy="42725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D36ECB-8546-EEDC-0B1D-57AE87E5C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499" y="126609"/>
            <a:ext cx="5796501" cy="109728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4F2F7D-FA3D-19AD-F28D-6BAA6149DDF7}"/>
              </a:ext>
            </a:extLst>
          </p:cNvPr>
          <p:cNvCxnSpPr>
            <a:cxnSpLocks/>
          </p:cNvCxnSpPr>
          <p:nvPr/>
        </p:nvCxnSpPr>
        <p:spPr>
          <a:xfrm>
            <a:off x="2795843" y="1432560"/>
            <a:ext cx="402698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D98880-7286-124B-836A-20C489FB0E19}"/>
              </a:ext>
            </a:extLst>
          </p:cNvPr>
          <p:cNvCxnSpPr>
            <a:cxnSpLocks/>
          </p:cNvCxnSpPr>
          <p:nvPr/>
        </p:nvCxnSpPr>
        <p:spPr>
          <a:xfrm>
            <a:off x="7244862" y="2738511"/>
            <a:ext cx="159146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C4D278-5B18-B2DF-2EB0-64F49F1A3EE9}"/>
              </a:ext>
            </a:extLst>
          </p:cNvPr>
          <p:cNvCxnSpPr>
            <a:cxnSpLocks/>
          </p:cNvCxnSpPr>
          <p:nvPr/>
        </p:nvCxnSpPr>
        <p:spPr>
          <a:xfrm>
            <a:off x="2795843" y="3003452"/>
            <a:ext cx="60404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63A913-99BA-1D7A-5507-DFA12EF4E1B0}"/>
              </a:ext>
            </a:extLst>
          </p:cNvPr>
          <p:cNvCxnSpPr>
            <a:cxnSpLocks/>
          </p:cNvCxnSpPr>
          <p:nvPr/>
        </p:nvCxnSpPr>
        <p:spPr>
          <a:xfrm>
            <a:off x="2795843" y="3240259"/>
            <a:ext cx="60404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2B3D05-614A-9427-63F4-A72401B0A617}"/>
              </a:ext>
            </a:extLst>
          </p:cNvPr>
          <p:cNvCxnSpPr>
            <a:cxnSpLocks/>
          </p:cNvCxnSpPr>
          <p:nvPr/>
        </p:nvCxnSpPr>
        <p:spPr>
          <a:xfrm>
            <a:off x="2795843" y="3535679"/>
            <a:ext cx="60404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CAFAAC-7899-2D4B-6799-45801A1CC308}"/>
              </a:ext>
            </a:extLst>
          </p:cNvPr>
          <p:cNvCxnSpPr>
            <a:cxnSpLocks/>
          </p:cNvCxnSpPr>
          <p:nvPr/>
        </p:nvCxnSpPr>
        <p:spPr>
          <a:xfrm>
            <a:off x="2795843" y="3788898"/>
            <a:ext cx="60404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B8CC4E9-3DB7-1D2B-5396-B57CC5D367BF}"/>
              </a:ext>
            </a:extLst>
          </p:cNvPr>
          <p:cNvCxnSpPr>
            <a:cxnSpLocks/>
          </p:cNvCxnSpPr>
          <p:nvPr/>
        </p:nvCxnSpPr>
        <p:spPr>
          <a:xfrm>
            <a:off x="2822164" y="4053840"/>
            <a:ext cx="60404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21174C-A482-379D-4B50-F37541283D92}"/>
              </a:ext>
            </a:extLst>
          </p:cNvPr>
          <p:cNvCxnSpPr>
            <a:cxnSpLocks/>
          </p:cNvCxnSpPr>
          <p:nvPr/>
        </p:nvCxnSpPr>
        <p:spPr>
          <a:xfrm>
            <a:off x="2822164" y="4304714"/>
            <a:ext cx="60404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22271F-704A-49C9-4969-B2ECE138450A}"/>
              </a:ext>
            </a:extLst>
          </p:cNvPr>
          <p:cNvCxnSpPr>
            <a:cxnSpLocks/>
          </p:cNvCxnSpPr>
          <p:nvPr/>
        </p:nvCxnSpPr>
        <p:spPr>
          <a:xfrm>
            <a:off x="2822164" y="4572000"/>
            <a:ext cx="60404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A657799-270F-E14D-83BF-6CC15C872F39}"/>
              </a:ext>
            </a:extLst>
          </p:cNvPr>
          <p:cNvCxnSpPr>
            <a:cxnSpLocks/>
          </p:cNvCxnSpPr>
          <p:nvPr/>
        </p:nvCxnSpPr>
        <p:spPr>
          <a:xfrm>
            <a:off x="2795843" y="4811151"/>
            <a:ext cx="60404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117D0E3-BB7B-2F06-990B-CE3B61A2E1A2}"/>
              </a:ext>
            </a:extLst>
          </p:cNvPr>
          <p:cNvCxnSpPr>
            <a:cxnSpLocks/>
          </p:cNvCxnSpPr>
          <p:nvPr/>
        </p:nvCxnSpPr>
        <p:spPr>
          <a:xfrm>
            <a:off x="2822164" y="5076093"/>
            <a:ext cx="339575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DD19708-A940-8503-4026-6BB1E69654D2}"/>
              </a:ext>
            </a:extLst>
          </p:cNvPr>
          <p:cNvCxnSpPr>
            <a:cxnSpLocks/>
          </p:cNvCxnSpPr>
          <p:nvPr/>
        </p:nvCxnSpPr>
        <p:spPr>
          <a:xfrm>
            <a:off x="6096000" y="6187440"/>
            <a:ext cx="274032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2C5B989-FAEA-3C4E-0CFF-82B8021B5478}"/>
              </a:ext>
            </a:extLst>
          </p:cNvPr>
          <p:cNvCxnSpPr>
            <a:cxnSpLocks/>
          </p:cNvCxnSpPr>
          <p:nvPr/>
        </p:nvCxnSpPr>
        <p:spPr>
          <a:xfrm>
            <a:off x="2822164" y="6466449"/>
            <a:ext cx="601416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983C70C-8C5C-EB2D-91FF-3C3381830A4B}"/>
              </a:ext>
            </a:extLst>
          </p:cNvPr>
          <p:cNvCxnSpPr>
            <a:cxnSpLocks/>
          </p:cNvCxnSpPr>
          <p:nvPr/>
        </p:nvCxnSpPr>
        <p:spPr>
          <a:xfrm>
            <a:off x="2795843" y="6717322"/>
            <a:ext cx="457562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256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26532-0CF3-E03D-2BFC-E1B582EE7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577645-63C1-CE5F-502F-DA3EF19FA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111" y="129047"/>
            <a:ext cx="7171446" cy="67289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5FE2FE-94CE-1A3A-92EB-5834198150A6}"/>
              </a:ext>
            </a:extLst>
          </p:cNvPr>
          <p:cNvSpPr/>
          <p:nvPr/>
        </p:nvSpPr>
        <p:spPr>
          <a:xfrm>
            <a:off x="2296110" y="129047"/>
            <a:ext cx="3799889" cy="68687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29E747-13BA-A854-183F-FC448BE64803}"/>
              </a:ext>
            </a:extLst>
          </p:cNvPr>
          <p:cNvCxnSpPr>
            <a:cxnSpLocks/>
          </p:cNvCxnSpPr>
          <p:nvPr/>
        </p:nvCxnSpPr>
        <p:spPr>
          <a:xfrm>
            <a:off x="2427353" y="1405264"/>
            <a:ext cx="67985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4C8868-C0F4-008F-51C3-FC9A46AF2E18}"/>
              </a:ext>
            </a:extLst>
          </p:cNvPr>
          <p:cNvCxnSpPr>
            <a:cxnSpLocks/>
          </p:cNvCxnSpPr>
          <p:nvPr/>
        </p:nvCxnSpPr>
        <p:spPr>
          <a:xfrm>
            <a:off x="2427353" y="1967097"/>
            <a:ext cx="520174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1C42C9-E953-24E4-12AA-3C9D3CAD1501}"/>
              </a:ext>
            </a:extLst>
          </p:cNvPr>
          <p:cNvCxnSpPr>
            <a:cxnSpLocks/>
          </p:cNvCxnSpPr>
          <p:nvPr/>
        </p:nvCxnSpPr>
        <p:spPr>
          <a:xfrm>
            <a:off x="2427353" y="1680494"/>
            <a:ext cx="67985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F1690D-F318-D540-9623-F20774B2494B}"/>
              </a:ext>
            </a:extLst>
          </p:cNvPr>
          <p:cNvCxnSpPr>
            <a:cxnSpLocks/>
          </p:cNvCxnSpPr>
          <p:nvPr/>
        </p:nvCxnSpPr>
        <p:spPr>
          <a:xfrm>
            <a:off x="2427353" y="2911067"/>
            <a:ext cx="67985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2D9B9A-3725-A728-9F63-5A6F7900DA2D}"/>
              </a:ext>
            </a:extLst>
          </p:cNvPr>
          <p:cNvCxnSpPr>
            <a:cxnSpLocks/>
          </p:cNvCxnSpPr>
          <p:nvPr/>
        </p:nvCxnSpPr>
        <p:spPr>
          <a:xfrm>
            <a:off x="2427353" y="3199945"/>
            <a:ext cx="67985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6DCEF0-A3F2-494B-E575-ECCFF5045A0F}"/>
              </a:ext>
            </a:extLst>
          </p:cNvPr>
          <p:cNvCxnSpPr>
            <a:cxnSpLocks/>
          </p:cNvCxnSpPr>
          <p:nvPr/>
        </p:nvCxnSpPr>
        <p:spPr>
          <a:xfrm>
            <a:off x="2427353" y="4373652"/>
            <a:ext cx="67985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EA8C2D-0D9F-BC6A-9130-826F8D32F9CA}"/>
              </a:ext>
            </a:extLst>
          </p:cNvPr>
          <p:cNvCxnSpPr>
            <a:cxnSpLocks/>
          </p:cNvCxnSpPr>
          <p:nvPr/>
        </p:nvCxnSpPr>
        <p:spPr>
          <a:xfrm>
            <a:off x="2427353" y="4073401"/>
            <a:ext cx="67985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0BCA1E4-A5C6-1B6A-0007-687723CB39CF}"/>
              </a:ext>
            </a:extLst>
          </p:cNvPr>
          <p:cNvCxnSpPr>
            <a:cxnSpLocks/>
          </p:cNvCxnSpPr>
          <p:nvPr/>
        </p:nvCxnSpPr>
        <p:spPr>
          <a:xfrm>
            <a:off x="2427353" y="3773151"/>
            <a:ext cx="67985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F6FE32-3FA2-BF7E-A549-4284215B1B28}"/>
              </a:ext>
            </a:extLst>
          </p:cNvPr>
          <p:cNvCxnSpPr>
            <a:cxnSpLocks/>
          </p:cNvCxnSpPr>
          <p:nvPr/>
        </p:nvCxnSpPr>
        <p:spPr>
          <a:xfrm>
            <a:off x="2427353" y="3462664"/>
            <a:ext cx="67985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C0CE00-D14B-4B73-9554-E77697DF6BA1}"/>
              </a:ext>
            </a:extLst>
          </p:cNvPr>
          <p:cNvCxnSpPr>
            <a:cxnSpLocks/>
          </p:cNvCxnSpPr>
          <p:nvPr/>
        </p:nvCxnSpPr>
        <p:spPr>
          <a:xfrm>
            <a:off x="2427353" y="6461759"/>
            <a:ext cx="67985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262576E-4C2D-96F2-EECA-856580D9BCC7}"/>
              </a:ext>
            </a:extLst>
          </p:cNvPr>
          <p:cNvCxnSpPr>
            <a:cxnSpLocks/>
          </p:cNvCxnSpPr>
          <p:nvPr/>
        </p:nvCxnSpPr>
        <p:spPr>
          <a:xfrm>
            <a:off x="5622878" y="6147861"/>
            <a:ext cx="36030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7C82252-A51B-2E84-452F-0C1A14EF27F0}"/>
              </a:ext>
            </a:extLst>
          </p:cNvPr>
          <p:cNvCxnSpPr>
            <a:cxnSpLocks/>
          </p:cNvCxnSpPr>
          <p:nvPr/>
        </p:nvCxnSpPr>
        <p:spPr>
          <a:xfrm>
            <a:off x="2427353" y="6734715"/>
            <a:ext cx="379602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9C9DF15-9E96-7D52-4729-64D45E33F57B}"/>
              </a:ext>
            </a:extLst>
          </p:cNvPr>
          <p:cNvCxnSpPr>
            <a:cxnSpLocks/>
          </p:cNvCxnSpPr>
          <p:nvPr/>
        </p:nvCxnSpPr>
        <p:spPr>
          <a:xfrm>
            <a:off x="7206018" y="5574656"/>
            <a:ext cx="201986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8A2E0C5-615B-4EF8-EC0D-C5D764F72AEA}"/>
              </a:ext>
            </a:extLst>
          </p:cNvPr>
          <p:cNvCxnSpPr>
            <a:cxnSpLocks/>
          </p:cNvCxnSpPr>
          <p:nvPr/>
        </p:nvCxnSpPr>
        <p:spPr>
          <a:xfrm>
            <a:off x="2427353" y="5874906"/>
            <a:ext cx="58880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910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64795-2A84-3825-B8B0-A12E4FA2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690FA8-51CD-6002-8411-48218C4CF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989" y="281354"/>
            <a:ext cx="8474080" cy="2039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C15A10-9C6B-2461-77DB-A8AE1C109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360" y="2187677"/>
            <a:ext cx="8529709" cy="38383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332486-838C-5576-5E75-C176F6A5F54A}"/>
              </a:ext>
            </a:extLst>
          </p:cNvPr>
          <p:cNvSpPr/>
          <p:nvPr/>
        </p:nvSpPr>
        <p:spPr>
          <a:xfrm>
            <a:off x="2114360" y="281354"/>
            <a:ext cx="6016766" cy="4875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689E98-E157-7B45-35AA-6633F78BB0A7}"/>
              </a:ext>
            </a:extLst>
          </p:cNvPr>
          <p:cNvCxnSpPr>
            <a:cxnSpLocks/>
          </p:cNvCxnSpPr>
          <p:nvPr/>
        </p:nvCxnSpPr>
        <p:spPr>
          <a:xfrm>
            <a:off x="4365335" y="1464404"/>
            <a:ext cx="611614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230C73-7FE9-73DB-788A-C9929A36F3D8}"/>
              </a:ext>
            </a:extLst>
          </p:cNvPr>
          <p:cNvCxnSpPr>
            <a:cxnSpLocks/>
          </p:cNvCxnSpPr>
          <p:nvPr/>
        </p:nvCxnSpPr>
        <p:spPr>
          <a:xfrm>
            <a:off x="2279502" y="1821521"/>
            <a:ext cx="820197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1B05F0-BC08-2121-9292-CB9BCEBCCB8D}"/>
              </a:ext>
            </a:extLst>
          </p:cNvPr>
          <p:cNvCxnSpPr>
            <a:cxnSpLocks/>
          </p:cNvCxnSpPr>
          <p:nvPr/>
        </p:nvCxnSpPr>
        <p:spPr>
          <a:xfrm flipV="1">
            <a:off x="2279502" y="2187677"/>
            <a:ext cx="8201979" cy="2001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C37233-E69C-00AD-AAFA-DA3AAEE3C6C9}"/>
              </a:ext>
            </a:extLst>
          </p:cNvPr>
          <p:cNvCxnSpPr>
            <a:cxnSpLocks/>
          </p:cNvCxnSpPr>
          <p:nvPr/>
        </p:nvCxnSpPr>
        <p:spPr>
          <a:xfrm>
            <a:off x="2431902" y="4811081"/>
            <a:ext cx="804830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4B44FF-8587-4FDF-6D57-AB6975F47A98}"/>
              </a:ext>
            </a:extLst>
          </p:cNvPr>
          <p:cNvCxnSpPr>
            <a:cxnSpLocks/>
          </p:cNvCxnSpPr>
          <p:nvPr/>
        </p:nvCxnSpPr>
        <p:spPr>
          <a:xfrm>
            <a:off x="2841335" y="2997313"/>
            <a:ext cx="5647572" cy="1925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0AA0D5-BBCC-8598-487C-1C12BB4188E2}"/>
              </a:ext>
            </a:extLst>
          </p:cNvPr>
          <p:cNvCxnSpPr>
            <a:cxnSpLocks/>
          </p:cNvCxnSpPr>
          <p:nvPr/>
        </p:nvCxnSpPr>
        <p:spPr>
          <a:xfrm>
            <a:off x="4365335" y="4472161"/>
            <a:ext cx="619170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0FA45A6-605D-BE83-A97F-D9DC776FCE89}"/>
              </a:ext>
            </a:extLst>
          </p:cNvPr>
          <p:cNvCxnSpPr>
            <a:cxnSpLocks/>
          </p:cNvCxnSpPr>
          <p:nvPr/>
        </p:nvCxnSpPr>
        <p:spPr>
          <a:xfrm>
            <a:off x="2279502" y="5563983"/>
            <a:ext cx="820070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087EB1-DCE2-736B-2FC1-E8A125D23ED6}"/>
              </a:ext>
            </a:extLst>
          </p:cNvPr>
          <p:cNvCxnSpPr>
            <a:cxnSpLocks/>
          </p:cNvCxnSpPr>
          <p:nvPr/>
        </p:nvCxnSpPr>
        <p:spPr>
          <a:xfrm>
            <a:off x="2306678" y="5955778"/>
            <a:ext cx="75879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4AF4320-D91A-E597-D63D-F1A4E412883E}"/>
              </a:ext>
            </a:extLst>
          </p:cNvPr>
          <p:cNvCxnSpPr>
            <a:cxnSpLocks/>
          </p:cNvCxnSpPr>
          <p:nvPr/>
        </p:nvCxnSpPr>
        <p:spPr>
          <a:xfrm>
            <a:off x="2263872" y="5166483"/>
            <a:ext cx="829316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258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FB824-A4CF-BCEF-5359-086F6977C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53E17E-830B-B29F-AE64-43AB3D750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185" y="113564"/>
            <a:ext cx="7471629" cy="66308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05B24B-CB13-17BC-0DCC-C27EA7D44D90}"/>
              </a:ext>
            </a:extLst>
          </p:cNvPr>
          <p:cNvSpPr/>
          <p:nvPr/>
        </p:nvSpPr>
        <p:spPr>
          <a:xfrm>
            <a:off x="2547862" y="113564"/>
            <a:ext cx="3740395" cy="4875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82FA1B-FC7F-4AC0-B40B-CA926C6286DB}"/>
              </a:ext>
            </a:extLst>
          </p:cNvPr>
          <p:cNvCxnSpPr>
            <a:cxnSpLocks/>
          </p:cNvCxnSpPr>
          <p:nvPr/>
        </p:nvCxnSpPr>
        <p:spPr>
          <a:xfrm>
            <a:off x="2647872" y="1138118"/>
            <a:ext cx="694650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34BEF1-B7C3-00B5-BCF3-8C8CBAA87738}"/>
              </a:ext>
            </a:extLst>
          </p:cNvPr>
          <p:cNvCxnSpPr>
            <a:cxnSpLocks/>
          </p:cNvCxnSpPr>
          <p:nvPr/>
        </p:nvCxnSpPr>
        <p:spPr>
          <a:xfrm>
            <a:off x="2647872" y="1440643"/>
            <a:ext cx="344812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86D846-B8FF-F8B0-8C2C-5D132B4F2496}"/>
              </a:ext>
            </a:extLst>
          </p:cNvPr>
          <p:cNvCxnSpPr>
            <a:cxnSpLocks/>
          </p:cNvCxnSpPr>
          <p:nvPr/>
        </p:nvCxnSpPr>
        <p:spPr>
          <a:xfrm>
            <a:off x="2647872" y="2016123"/>
            <a:ext cx="694650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297B85-13B6-4100-B4CB-E70F504C8590}"/>
              </a:ext>
            </a:extLst>
          </p:cNvPr>
          <p:cNvCxnSpPr>
            <a:cxnSpLocks/>
          </p:cNvCxnSpPr>
          <p:nvPr/>
        </p:nvCxnSpPr>
        <p:spPr>
          <a:xfrm>
            <a:off x="2622748" y="2646194"/>
            <a:ext cx="694650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E23A5E-4792-8D21-ADD7-4AE30E1B712E}"/>
              </a:ext>
            </a:extLst>
          </p:cNvPr>
          <p:cNvCxnSpPr>
            <a:cxnSpLocks/>
          </p:cNvCxnSpPr>
          <p:nvPr/>
        </p:nvCxnSpPr>
        <p:spPr>
          <a:xfrm>
            <a:off x="2622748" y="2345944"/>
            <a:ext cx="694650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6F6B53-B9EF-68C5-644B-DDEEBD812E02}"/>
              </a:ext>
            </a:extLst>
          </p:cNvPr>
          <p:cNvCxnSpPr>
            <a:cxnSpLocks/>
          </p:cNvCxnSpPr>
          <p:nvPr/>
        </p:nvCxnSpPr>
        <p:spPr>
          <a:xfrm>
            <a:off x="2547862" y="2973740"/>
            <a:ext cx="341621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4C04F3-D1A2-EBDC-1422-21ABAE6EB152}"/>
              </a:ext>
            </a:extLst>
          </p:cNvPr>
          <p:cNvCxnSpPr>
            <a:cxnSpLocks/>
          </p:cNvCxnSpPr>
          <p:nvPr/>
        </p:nvCxnSpPr>
        <p:spPr>
          <a:xfrm>
            <a:off x="7874758" y="3273991"/>
            <a:ext cx="188675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BD687E-AB20-4AF1-E949-8F19DFF7AB67}"/>
              </a:ext>
            </a:extLst>
          </p:cNvPr>
          <p:cNvCxnSpPr>
            <a:cxnSpLocks/>
          </p:cNvCxnSpPr>
          <p:nvPr/>
        </p:nvCxnSpPr>
        <p:spPr>
          <a:xfrm>
            <a:off x="2622748" y="3590164"/>
            <a:ext cx="713876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4091473-147F-3525-EB8D-FE6E1DB65EF7}"/>
              </a:ext>
            </a:extLst>
          </p:cNvPr>
          <p:cNvCxnSpPr>
            <a:cxnSpLocks/>
          </p:cNvCxnSpPr>
          <p:nvPr/>
        </p:nvCxnSpPr>
        <p:spPr>
          <a:xfrm>
            <a:off x="2547862" y="3919985"/>
            <a:ext cx="46829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42DAAF-F6C0-A91B-6A03-8633ED0D7C36}"/>
              </a:ext>
            </a:extLst>
          </p:cNvPr>
          <p:cNvCxnSpPr>
            <a:cxnSpLocks/>
          </p:cNvCxnSpPr>
          <p:nvPr/>
        </p:nvCxnSpPr>
        <p:spPr>
          <a:xfrm>
            <a:off x="4380931" y="4820737"/>
            <a:ext cx="521344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94E064B-2C0F-2A7D-63E5-D31A225C986A}"/>
              </a:ext>
            </a:extLst>
          </p:cNvPr>
          <p:cNvCxnSpPr>
            <a:cxnSpLocks/>
          </p:cNvCxnSpPr>
          <p:nvPr/>
        </p:nvCxnSpPr>
        <p:spPr>
          <a:xfrm>
            <a:off x="2547862" y="5177853"/>
            <a:ext cx="721364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6C21326-04D7-AF9E-CFD3-45C93A3F38F8}"/>
              </a:ext>
            </a:extLst>
          </p:cNvPr>
          <p:cNvCxnSpPr>
            <a:cxnSpLocks/>
          </p:cNvCxnSpPr>
          <p:nvPr/>
        </p:nvCxnSpPr>
        <p:spPr>
          <a:xfrm>
            <a:off x="2489176" y="5494026"/>
            <a:ext cx="721364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2A6D93D-A286-6578-A034-9272B6F12691}"/>
              </a:ext>
            </a:extLst>
          </p:cNvPr>
          <p:cNvCxnSpPr>
            <a:cxnSpLocks/>
          </p:cNvCxnSpPr>
          <p:nvPr/>
        </p:nvCxnSpPr>
        <p:spPr>
          <a:xfrm>
            <a:off x="2647872" y="5766981"/>
            <a:ext cx="721364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1F910FD-8C7A-E4DB-5692-65C37794466D}"/>
              </a:ext>
            </a:extLst>
          </p:cNvPr>
          <p:cNvCxnSpPr>
            <a:cxnSpLocks/>
          </p:cNvCxnSpPr>
          <p:nvPr/>
        </p:nvCxnSpPr>
        <p:spPr>
          <a:xfrm>
            <a:off x="2618167" y="6053584"/>
            <a:ext cx="525659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47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08265-ACA9-4F0A-4FE7-25543F808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8D6075-E920-9022-0DCF-7E0DC709E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360" y="241942"/>
            <a:ext cx="7513229" cy="9742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37D579-8E54-9B74-274C-109F96673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360" y="1216185"/>
            <a:ext cx="7744406" cy="551520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7F771F-68B3-ACB6-2AF2-D2386FC7F6C3}"/>
              </a:ext>
            </a:extLst>
          </p:cNvPr>
          <p:cNvCxnSpPr>
            <a:cxnSpLocks/>
          </p:cNvCxnSpPr>
          <p:nvPr/>
        </p:nvCxnSpPr>
        <p:spPr>
          <a:xfrm>
            <a:off x="2489176" y="564910"/>
            <a:ext cx="721364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F5AE74-D6CD-8196-B1E2-1772E3788A6A}"/>
              </a:ext>
            </a:extLst>
          </p:cNvPr>
          <p:cNvCxnSpPr>
            <a:cxnSpLocks/>
          </p:cNvCxnSpPr>
          <p:nvPr/>
        </p:nvCxnSpPr>
        <p:spPr>
          <a:xfrm>
            <a:off x="2489176" y="881083"/>
            <a:ext cx="621809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7E71DD-38E2-EE83-B1A1-0702740B1BF2}"/>
              </a:ext>
            </a:extLst>
          </p:cNvPr>
          <p:cNvCxnSpPr>
            <a:cxnSpLocks/>
          </p:cNvCxnSpPr>
          <p:nvPr/>
        </p:nvCxnSpPr>
        <p:spPr>
          <a:xfrm>
            <a:off x="2868119" y="3119316"/>
            <a:ext cx="721364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EAE2D6-52F2-67AD-A450-59A3123EA4A2}"/>
              </a:ext>
            </a:extLst>
          </p:cNvPr>
          <p:cNvCxnSpPr>
            <a:cxnSpLocks/>
          </p:cNvCxnSpPr>
          <p:nvPr/>
        </p:nvCxnSpPr>
        <p:spPr>
          <a:xfrm>
            <a:off x="2489176" y="3429000"/>
            <a:ext cx="284709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F3C701-6A0C-B6D9-6BDA-E73BFE09424D}"/>
              </a:ext>
            </a:extLst>
          </p:cNvPr>
          <p:cNvCxnSpPr>
            <a:cxnSpLocks/>
          </p:cNvCxnSpPr>
          <p:nvPr/>
        </p:nvCxnSpPr>
        <p:spPr>
          <a:xfrm>
            <a:off x="6741994" y="5059573"/>
            <a:ext cx="310859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C3DCBD-0E00-E656-5929-54B73353B9D7}"/>
              </a:ext>
            </a:extLst>
          </p:cNvPr>
          <p:cNvCxnSpPr>
            <a:cxnSpLocks/>
          </p:cNvCxnSpPr>
          <p:nvPr/>
        </p:nvCxnSpPr>
        <p:spPr>
          <a:xfrm>
            <a:off x="2489176" y="5403042"/>
            <a:ext cx="736141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C002979-159B-777A-53A1-84BD47202470}"/>
              </a:ext>
            </a:extLst>
          </p:cNvPr>
          <p:cNvCxnSpPr>
            <a:cxnSpLocks/>
          </p:cNvCxnSpPr>
          <p:nvPr/>
        </p:nvCxnSpPr>
        <p:spPr>
          <a:xfrm>
            <a:off x="2489176" y="5732863"/>
            <a:ext cx="736141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4D9BF0-0B0C-B443-4CBC-D0E448C87FFA}"/>
              </a:ext>
            </a:extLst>
          </p:cNvPr>
          <p:cNvCxnSpPr>
            <a:cxnSpLocks/>
          </p:cNvCxnSpPr>
          <p:nvPr/>
        </p:nvCxnSpPr>
        <p:spPr>
          <a:xfrm>
            <a:off x="2489176" y="6062683"/>
            <a:ext cx="736141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88864D0-ACC0-401B-A806-DA1DFD1B3368}"/>
              </a:ext>
            </a:extLst>
          </p:cNvPr>
          <p:cNvCxnSpPr>
            <a:cxnSpLocks/>
          </p:cNvCxnSpPr>
          <p:nvPr/>
        </p:nvCxnSpPr>
        <p:spPr>
          <a:xfrm>
            <a:off x="2489176" y="6406152"/>
            <a:ext cx="29426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694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775DF-C532-9203-BF8C-E183F07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3EAF97-CE87-60B9-A2C4-D107FA2D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825" y="211728"/>
            <a:ext cx="8723215" cy="64345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7CA1A9-7E6C-31EA-21AD-C56580C435E5}"/>
              </a:ext>
            </a:extLst>
          </p:cNvPr>
          <p:cNvSpPr/>
          <p:nvPr/>
        </p:nvSpPr>
        <p:spPr>
          <a:xfrm>
            <a:off x="2008603" y="323557"/>
            <a:ext cx="5897440" cy="4875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44501B-9F30-3CAF-61F1-3ED7EB585569}"/>
              </a:ext>
            </a:extLst>
          </p:cNvPr>
          <p:cNvCxnSpPr>
            <a:cxnSpLocks/>
          </p:cNvCxnSpPr>
          <p:nvPr/>
        </p:nvCxnSpPr>
        <p:spPr>
          <a:xfrm>
            <a:off x="2147982" y="2200367"/>
            <a:ext cx="819702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96E77E-38AF-8590-80E4-D7AE0FB69C4C}"/>
              </a:ext>
            </a:extLst>
          </p:cNvPr>
          <p:cNvCxnSpPr>
            <a:cxnSpLocks/>
          </p:cNvCxnSpPr>
          <p:nvPr/>
        </p:nvCxnSpPr>
        <p:spPr>
          <a:xfrm>
            <a:off x="2147982" y="2571131"/>
            <a:ext cx="819702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A0A950-E67F-A58B-2D68-D669977B8BE7}"/>
              </a:ext>
            </a:extLst>
          </p:cNvPr>
          <p:cNvCxnSpPr>
            <a:cxnSpLocks/>
          </p:cNvCxnSpPr>
          <p:nvPr/>
        </p:nvCxnSpPr>
        <p:spPr>
          <a:xfrm>
            <a:off x="2147982" y="2914599"/>
            <a:ext cx="819702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F5854C-C8EF-CE07-E3AC-CB4221166CC4}"/>
              </a:ext>
            </a:extLst>
          </p:cNvPr>
          <p:cNvCxnSpPr>
            <a:cxnSpLocks/>
          </p:cNvCxnSpPr>
          <p:nvPr/>
        </p:nvCxnSpPr>
        <p:spPr>
          <a:xfrm>
            <a:off x="2147982" y="4020068"/>
            <a:ext cx="83357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CA374A-92F8-02EC-DA7F-F67947D7429E}"/>
              </a:ext>
            </a:extLst>
          </p:cNvPr>
          <p:cNvCxnSpPr>
            <a:cxnSpLocks/>
          </p:cNvCxnSpPr>
          <p:nvPr/>
        </p:nvCxnSpPr>
        <p:spPr>
          <a:xfrm>
            <a:off x="2009230" y="4363537"/>
            <a:ext cx="83357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C5E827-45BE-7309-C140-F54F32B52A63}"/>
              </a:ext>
            </a:extLst>
          </p:cNvPr>
          <p:cNvCxnSpPr>
            <a:cxnSpLocks/>
          </p:cNvCxnSpPr>
          <p:nvPr/>
        </p:nvCxnSpPr>
        <p:spPr>
          <a:xfrm>
            <a:off x="2009230" y="5157382"/>
            <a:ext cx="83357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737BE6-504F-D3A2-DB4D-448A0DA1E081}"/>
              </a:ext>
            </a:extLst>
          </p:cNvPr>
          <p:cNvCxnSpPr>
            <a:cxnSpLocks/>
          </p:cNvCxnSpPr>
          <p:nvPr/>
        </p:nvCxnSpPr>
        <p:spPr>
          <a:xfrm>
            <a:off x="2009230" y="4750223"/>
            <a:ext cx="83357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8D70A0-6B39-0E82-DB03-580FDED11304}"/>
              </a:ext>
            </a:extLst>
          </p:cNvPr>
          <p:cNvCxnSpPr>
            <a:cxnSpLocks/>
          </p:cNvCxnSpPr>
          <p:nvPr/>
        </p:nvCxnSpPr>
        <p:spPr>
          <a:xfrm>
            <a:off x="2147982" y="5498576"/>
            <a:ext cx="83357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E202948-5DA5-2C4E-C465-E5FE6D039A0D}"/>
              </a:ext>
            </a:extLst>
          </p:cNvPr>
          <p:cNvCxnSpPr>
            <a:cxnSpLocks/>
          </p:cNvCxnSpPr>
          <p:nvPr/>
        </p:nvCxnSpPr>
        <p:spPr>
          <a:xfrm>
            <a:off x="2009230" y="5828397"/>
            <a:ext cx="83357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277F2FB-57C3-6F45-9D5F-5F393FA3F4C9}"/>
              </a:ext>
            </a:extLst>
          </p:cNvPr>
          <p:cNvCxnSpPr>
            <a:cxnSpLocks/>
          </p:cNvCxnSpPr>
          <p:nvPr/>
        </p:nvCxnSpPr>
        <p:spPr>
          <a:xfrm>
            <a:off x="2147982" y="6212809"/>
            <a:ext cx="724167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508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6BC7C-509A-C9A3-5EF6-0077CDA2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5B739E-34FE-B44F-DE7B-531227AAB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95" y="731006"/>
            <a:ext cx="10669508" cy="500861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5862F4-5157-D7BB-233B-CFBB9D739DD5}"/>
              </a:ext>
            </a:extLst>
          </p:cNvPr>
          <p:cNvCxnSpPr>
            <a:cxnSpLocks/>
          </p:cNvCxnSpPr>
          <p:nvPr/>
        </p:nvCxnSpPr>
        <p:spPr>
          <a:xfrm>
            <a:off x="3101051" y="2116206"/>
            <a:ext cx="83357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55BC10-C117-7319-E17D-7D85F409BCE9}"/>
              </a:ext>
            </a:extLst>
          </p:cNvPr>
          <p:cNvCxnSpPr>
            <a:cxnSpLocks/>
          </p:cNvCxnSpPr>
          <p:nvPr/>
        </p:nvCxnSpPr>
        <p:spPr>
          <a:xfrm>
            <a:off x="988695" y="2621173"/>
            <a:ext cx="1044812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EECF4F-F4C4-8627-A574-C983F69F3A5D}"/>
              </a:ext>
            </a:extLst>
          </p:cNvPr>
          <p:cNvCxnSpPr>
            <a:cxnSpLocks/>
          </p:cNvCxnSpPr>
          <p:nvPr/>
        </p:nvCxnSpPr>
        <p:spPr>
          <a:xfrm>
            <a:off x="988695" y="3046529"/>
            <a:ext cx="591707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369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F83AF-3C10-46BF-799B-3AC13A7FC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BE9910-7539-3748-13D2-ACA326159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895" y="385762"/>
            <a:ext cx="10163236" cy="573368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93265D2-57F1-9774-771F-79C62C0351DD}"/>
              </a:ext>
            </a:extLst>
          </p:cNvPr>
          <p:cNvCxnSpPr>
            <a:cxnSpLocks/>
          </p:cNvCxnSpPr>
          <p:nvPr/>
        </p:nvCxnSpPr>
        <p:spPr>
          <a:xfrm>
            <a:off x="5527343" y="819668"/>
            <a:ext cx="599078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C3FACC-4D6A-DD32-F96E-A79278042E32}"/>
              </a:ext>
            </a:extLst>
          </p:cNvPr>
          <p:cNvCxnSpPr>
            <a:cxnSpLocks/>
          </p:cNvCxnSpPr>
          <p:nvPr/>
        </p:nvCxnSpPr>
        <p:spPr>
          <a:xfrm>
            <a:off x="1354895" y="1190432"/>
            <a:ext cx="1016323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3EE74D-F2AA-A0E2-7BB2-2F0B48AE9663}"/>
              </a:ext>
            </a:extLst>
          </p:cNvPr>
          <p:cNvCxnSpPr>
            <a:cxnSpLocks/>
          </p:cNvCxnSpPr>
          <p:nvPr/>
        </p:nvCxnSpPr>
        <p:spPr>
          <a:xfrm>
            <a:off x="1354895" y="1711321"/>
            <a:ext cx="1016323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21AF30-9CEC-B183-84C5-4B39F44F25BB}"/>
              </a:ext>
            </a:extLst>
          </p:cNvPr>
          <p:cNvCxnSpPr>
            <a:cxnSpLocks/>
          </p:cNvCxnSpPr>
          <p:nvPr/>
        </p:nvCxnSpPr>
        <p:spPr>
          <a:xfrm>
            <a:off x="1354895" y="2095733"/>
            <a:ext cx="952237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72E1210-369A-D44A-2CCC-04640E642EA1}"/>
              </a:ext>
            </a:extLst>
          </p:cNvPr>
          <p:cNvCxnSpPr>
            <a:cxnSpLocks/>
          </p:cNvCxnSpPr>
          <p:nvPr/>
        </p:nvCxnSpPr>
        <p:spPr>
          <a:xfrm>
            <a:off x="3889612" y="2548383"/>
            <a:ext cx="762851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97AE38-0148-68B0-0007-985C29FF7F56}"/>
              </a:ext>
            </a:extLst>
          </p:cNvPr>
          <p:cNvCxnSpPr>
            <a:cxnSpLocks/>
          </p:cNvCxnSpPr>
          <p:nvPr/>
        </p:nvCxnSpPr>
        <p:spPr>
          <a:xfrm>
            <a:off x="1493647" y="3026055"/>
            <a:ext cx="1002448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DFCF10-766F-39DD-BF51-57F88A587176}"/>
              </a:ext>
            </a:extLst>
          </p:cNvPr>
          <p:cNvCxnSpPr>
            <a:cxnSpLocks/>
          </p:cNvCxnSpPr>
          <p:nvPr/>
        </p:nvCxnSpPr>
        <p:spPr>
          <a:xfrm>
            <a:off x="1493647" y="3429000"/>
            <a:ext cx="1002448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9D3564-C12E-423E-0C18-CAB4D868C2F4}"/>
              </a:ext>
            </a:extLst>
          </p:cNvPr>
          <p:cNvCxnSpPr>
            <a:cxnSpLocks/>
          </p:cNvCxnSpPr>
          <p:nvPr/>
        </p:nvCxnSpPr>
        <p:spPr>
          <a:xfrm>
            <a:off x="1424271" y="3874491"/>
            <a:ext cx="1002448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83B952-DCB9-17C4-4BDD-FA5518CBFB3C}"/>
              </a:ext>
            </a:extLst>
          </p:cNvPr>
          <p:cNvCxnSpPr>
            <a:cxnSpLocks/>
          </p:cNvCxnSpPr>
          <p:nvPr/>
        </p:nvCxnSpPr>
        <p:spPr>
          <a:xfrm>
            <a:off x="1493647" y="4338515"/>
            <a:ext cx="1002448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2DF7E37-4297-2384-C9CC-7D02FAA4E15A}"/>
              </a:ext>
            </a:extLst>
          </p:cNvPr>
          <p:cNvCxnSpPr>
            <a:cxnSpLocks/>
          </p:cNvCxnSpPr>
          <p:nvPr/>
        </p:nvCxnSpPr>
        <p:spPr>
          <a:xfrm>
            <a:off x="1493647" y="4761595"/>
            <a:ext cx="1002448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FE1C7C-0B18-272B-9123-F0DB70865014}"/>
              </a:ext>
            </a:extLst>
          </p:cNvPr>
          <p:cNvCxnSpPr>
            <a:cxnSpLocks/>
          </p:cNvCxnSpPr>
          <p:nvPr/>
        </p:nvCxnSpPr>
        <p:spPr>
          <a:xfrm>
            <a:off x="1424271" y="5184676"/>
            <a:ext cx="1002448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3355E8-BB22-DA9E-3489-9E53B203D089}"/>
              </a:ext>
            </a:extLst>
          </p:cNvPr>
          <p:cNvCxnSpPr>
            <a:cxnSpLocks/>
          </p:cNvCxnSpPr>
          <p:nvPr/>
        </p:nvCxnSpPr>
        <p:spPr>
          <a:xfrm>
            <a:off x="1493647" y="5607757"/>
            <a:ext cx="1002448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894698-8E4B-A53B-5A7B-36A57F0F6A90}"/>
              </a:ext>
            </a:extLst>
          </p:cNvPr>
          <p:cNvCxnSpPr>
            <a:cxnSpLocks/>
          </p:cNvCxnSpPr>
          <p:nvPr/>
        </p:nvCxnSpPr>
        <p:spPr>
          <a:xfrm>
            <a:off x="1424271" y="6119446"/>
            <a:ext cx="744677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457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664CB-E3AB-FC5A-7CCB-599A1BF10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91F936-59F9-9973-0D8E-062A466C0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645" y="457126"/>
            <a:ext cx="8492710" cy="4479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BB124F-EC9E-1B9B-6252-86C939D4F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069" y="4936797"/>
            <a:ext cx="8436714" cy="121324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1F4D3C-8C92-8F82-C453-7EF35E514CF9}"/>
              </a:ext>
            </a:extLst>
          </p:cNvPr>
          <p:cNvCxnSpPr>
            <a:cxnSpLocks/>
          </p:cNvCxnSpPr>
          <p:nvPr/>
        </p:nvCxnSpPr>
        <p:spPr>
          <a:xfrm>
            <a:off x="1950069" y="3749387"/>
            <a:ext cx="82448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A6DF07-9665-9CFF-4201-E7CD351606F6}"/>
              </a:ext>
            </a:extLst>
          </p:cNvPr>
          <p:cNvCxnSpPr>
            <a:cxnSpLocks/>
          </p:cNvCxnSpPr>
          <p:nvPr/>
        </p:nvCxnSpPr>
        <p:spPr>
          <a:xfrm>
            <a:off x="8843749" y="3403644"/>
            <a:ext cx="137465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54D37F-A536-1984-0848-F4C6120A9283}"/>
              </a:ext>
            </a:extLst>
          </p:cNvPr>
          <p:cNvCxnSpPr>
            <a:cxnSpLocks/>
          </p:cNvCxnSpPr>
          <p:nvPr/>
        </p:nvCxnSpPr>
        <p:spPr>
          <a:xfrm>
            <a:off x="1973595" y="4515936"/>
            <a:ext cx="56145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98E353-069C-7B9E-D4D8-DA65499DCAA5}"/>
              </a:ext>
            </a:extLst>
          </p:cNvPr>
          <p:cNvCxnSpPr>
            <a:cxnSpLocks/>
          </p:cNvCxnSpPr>
          <p:nvPr/>
        </p:nvCxnSpPr>
        <p:spPr>
          <a:xfrm>
            <a:off x="1973595" y="4120151"/>
            <a:ext cx="82448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171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ADC9D-2507-AEF5-5428-EAE745DE0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65A016-777D-12FA-77AC-AFE3D37D5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311" y="2715065"/>
            <a:ext cx="7966052" cy="121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54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9E6EE-35DF-A484-27A4-51BF2B7C7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31D46F-6900-0882-D5B9-E339B7B3F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986" y="148956"/>
            <a:ext cx="6349879" cy="66555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3FB730-4FB5-90F1-A6A1-1B8AF7EEA886}"/>
              </a:ext>
            </a:extLst>
          </p:cNvPr>
          <p:cNvSpPr/>
          <p:nvPr/>
        </p:nvSpPr>
        <p:spPr>
          <a:xfrm>
            <a:off x="2765986" y="148957"/>
            <a:ext cx="3451934" cy="4137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E972D6-E70E-766E-2846-F7D0C53E7DCD}"/>
              </a:ext>
            </a:extLst>
          </p:cNvPr>
          <p:cNvCxnSpPr>
            <a:cxnSpLocks/>
          </p:cNvCxnSpPr>
          <p:nvPr/>
        </p:nvCxnSpPr>
        <p:spPr>
          <a:xfrm>
            <a:off x="4462818" y="1292790"/>
            <a:ext cx="453105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D28DB8-ED52-4268-BBA8-F209DFC4F8C9}"/>
              </a:ext>
            </a:extLst>
          </p:cNvPr>
          <p:cNvCxnSpPr>
            <a:cxnSpLocks/>
          </p:cNvCxnSpPr>
          <p:nvPr/>
        </p:nvCxnSpPr>
        <p:spPr>
          <a:xfrm>
            <a:off x="2868305" y="1595315"/>
            <a:ext cx="612557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733A198-7C9B-56EB-9E2D-BC24B0F554E6}"/>
              </a:ext>
            </a:extLst>
          </p:cNvPr>
          <p:cNvCxnSpPr>
            <a:cxnSpLocks/>
          </p:cNvCxnSpPr>
          <p:nvPr/>
        </p:nvCxnSpPr>
        <p:spPr>
          <a:xfrm>
            <a:off x="7001301" y="5951225"/>
            <a:ext cx="199257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3F7F60-6DE7-6497-7567-0C89E2138D85}"/>
              </a:ext>
            </a:extLst>
          </p:cNvPr>
          <p:cNvCxnSpPr>
            <a:cxnSpLocks/>
          </p:cNvCxnSpPr>
          <p:nvPr/>
        </p:nvCxnSpPr>
        <p:spPr>
          <a:xfrm>
            <a:off x="2878768" y="1884193"/>
            <a:ext cx="612557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7A063B-391B-7CD0-EC05-E54A2F7285C5}"/>
              </a:ext>
            </a:extLst>
          </p:cNvPr>
          <p:cNvCxnSpPr>
            <a:cxnSpLocks/>
          </p:cNvCxnSpPr>
          <p:nvPr/>
        </p:nvCxnSpPr>
        <p:spPr>
          <a:xfrm>
            <a:off x="8202304" y="2935070"/>
            <a:ext cx="8020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978EA5-753B-B320-EA4B-E450227FE723}"/>
              </a:ext>
            </a:extLst>
          </p:cNvPr>
          <p:cNvCxnSpPr>
            <a:cxnSpLocks/>
          </p:cNvCxnSpPr>
          <p:nvPr/>
        </p:nvCxnSpPr>
        <p:spPr>
          <a:xfrm>
            <a:off x="2868305" y="3180730"/>
            <a:ext cx="413299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A21229-3461-742B-35F5-CFD4FE1392C0}"/>
              </a:ext>
            </a:extLst>
          </p:cNvPr>
          <p:cNvCxnSpPr>
            <a:cxnSpLocks/>
          </p:cNvCxnSpPr>
          <p:nvPr/>
        </p:nvCxnSpPr>
        <p:spPr>
          <a:xfrm flipV="1">
            <a:off x="9115865" y="3183806"/>
            <a:ext cx="0" cy="21934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70D8FB-D7ED-8D6C-72A1-812E099B7272}"/>
              </a:ext>
            </a:extLst>
          </p:cNvPr>
          <p:cNvCxnSpPr>
            <a:cxnSpLocks/>
          </p:cNvCxnSpPr>
          <p:nvPr/>
        </p:nvCxnSpPr>
        <p:spPr>
          <a:xfrm>
            <a:off x="2878768" y="6185512"/>
            <a:ext cx="612557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1F626A-B9BD-21CD-A571-0B7DCC10ADA7}"/>
              </a:ext>
            </a:extLst>
          </p:cNvPr>
          <p:cNvCxnSpPr>
            <a:cxnSpLocks/>
          </p:cNvCxnSpPr>
          <p:nvPr/>
        </p:nvCxnSpPr>
        <p:spPr>
          <a:xfrm>
            <a:off x="2878768" y="6782573"/>
            <a:ext cx="532353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6421ED9-DCD0-0107-6FB0-B9E5D98659D4}"/>
              </a:ext>
            </a:extLst>
          </p:cNvPr>
          <p:cNvCxnSpPr>
            <a:cxnSpLocks/>
          </p:cNvCxnSpPr>
          <p:nvPr/>
        </p:nvCxnSpPr>
        <p:spPr>
          <a:xfrm>
            <a:off x="2878768" y="6488038"/>
            <a:ext cx="612557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233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C0C69-25A9-51C4-C6E2-B0B326A4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FFE5EC-3838-A946-DBF5-D6E6F3B59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800" y="302641"/>
            <a:ext cx="7630131" cy="1803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430293-A7EB-D74C-E4A1-DDF833740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700" y="2048294"/>
            <a:ext cx="7696916" cy="477509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C23F24-E8F3-7185-8B83-1217EA842218}"/>
              </a:ext>
            </a:extLst>
          </p:cNvPr>
          <p:cNvCxnSpPr>
            <a:cxnSpLocks/>
          </p:cNvCxnSpPr>
          <p:nvPr/>
        </p:nvCxnSpPr>
        <p:spPr>
          <a:xfrm>
            <a:off x="6782937" y="1313261"/>
            <a:ext cx="328699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82FF22-01F2-1037-0882-DDFAC23F430C}"/>
              </a:ext>
            </a:extLst>
          </p:cNvPr>
          <p:cNvCxnSpPr>
            <a:cxnSpLocks/>
          </p:cNvCxnSpPr>
          <p:nvPr/>
        </p:nvCxnSpPr>
        <p:spPr>
          <a:xfrm>
            <a:off x="2595349" y="1615786"/>
            <a:ext cx="74745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03D11B-DF63-FDFD-A58E-B07585CB0E56}"/>
              </a:ext>
            </a:extLst>
          </p:cNvPr>
          <p:cNvCxnSpPr>
            <a:cxnSpLocks/>
          </p:cNvCxnSpPr>
          <p:nvPr/>
        </p:nvCxnSpPr>
        <p:spPr>
          <a:xfrm>
            <a:off x="2595349" y="1918311"/>
            <a:ext cx="74745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F55936-DCFF-391F-DE31-A1BBBB634793}"/>
              </a:ext>
            </a:extLst>
          </p:cNvPr>
          <p:cNvCxnSpPr>
            <a:cxnSpLocks/>
          </p:cNvCxnSpPr>
          <p:nvPr/>
        </p:nvCxnSpPr>
        <p:spPr>
          <a:xfrm>
            <a:off x="2595349" y="2450575"/>
            <a:ext cx="147168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4E8F7-F265-7341-6E6F-8404FA682E5F}"/>
              </a:ext>
            </a:extLst>
          </p:cNvPr>
          <p:cNvCxnSpPr>
            <a:cxnSpLocks/>
          </p:cNvCxnSpPr>
          <p:nvPr/>
        </p:nvCxnSpPr>
        <p:spPr>
          <a:xfrm>
            <a:off x="7833815" y="3487003"/>
            <a:ext cx="223611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991ECEE-0844-8B8E-8A59-8F800C56FEFC}"/>
              </a:ext>
            </a:extLst>
          </p:cNvPr>
          <p:cNvCxnSpPr>
            <a:cxnSpLocks/>
          </p:cNvCxnSpPr>
          <p:nvPr/>
        </p:nvCxnSpPr>
        <p:spPr>
          <a:xfrm>
            <a:off x="2498700" y="3801703"/>
            <a:ext cx="757123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BCAC35-DD86-7836-6C8A-03AEEF157EF7}"/>
              </a:ext>
            </a:extLst>
          </p:cNvPr>
          <p:cNvCxnSpPr>
            <a:cxnSpLocks/>
          </p:cNvCxnSpPr>
          <p:nvPr/>
        </p:nvCxnSpPr>
        <p:spPr>
          <a:xfrm>
            <a:off x="5539876" y="2450575"/>
            <a:ext cx="368601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D5C0AE-E3F2-A445-009F-87E761D74D3A}"/>
              </a:ext>
            </a:extLst>
          </p:cNvPr>
          <p:cNvCxnSpPr>
            <a:cxnSpLocks/>
          </p:cNvCxnSpPr>
          <p:nvPr/>
        </p:nvCxnSpPr>
        <p:spPr>
          <a:xfrm>
            <a:off x="5692276" y="2834987"/>
            <a:ext cx="30832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7428A38-63CC-48B2-AD98-2D0AC33B328A}"/>
              </a:ext>
            </a:extLst>
          </p:cNvPr>
          <p:cNvCxnSpPr>
            <a:cxnSpLocks/>
          </p:cNvCxnSpPr>
          <p:nvPr/>
        </p:nvCxnSpPr>
        <p:spPr>
          <a:xfrm>
            <a:off x="2498700" y="4131524"/>
            <a:ext cx="230531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BCC069F-C9FA-8542-1BC9-B1096DD0AC4B}"/>
              </a:ext>
            </a:extLst>
          </p:cNvPr>
          <p:cNvCxnSpPr>
            <a:cxnSpLocks/>
          </p:cNvCxnSpPr>
          <p:nvPr/>
        </p:nvCxnSpPr>
        <p:spPr>
          <a:xfrm>
            <a:off x="4694830" y="5755607"/>
            <a:ext cx="547175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953496-715E-518D-A65B-2900FEB19FFA}"/>
              </a:ext>
            </a:extLst>
          </p:cNvPr>
          <p:cNvCxnSpPr>
            <a:cxnSpLocks/>
          </p:cNvCxnSpPr>
          <p:nvPr/>
        </p:nvCxnSpPr>
        <p:spPr>
          <a:xfrm>
            <a:off x="2595349" y="6099076"/>
            <a:ext cx="74745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5D52979-47C9-45ED-1EC9-D987F01162E0}"/>
              </a:ext>
            </a:extLst>
          </p:cNvPr>
          <p:cNvCxnSpPr>
            <a:cxnSpLocks/>
          </p:cNvCxnSpPr>
          <p:nvPr/>
        </p:nvCxnSpPr>
        <p:spPr>
          <a:xfrm>
            <a:off x="2595349" y="6401601"/>
            <a:ext cx="74745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A6993F0-4642-B127-81C7-AE65C3AEFD63}"/>
              </a:ext>
            </a:extLst>
          </p:cNvPr>
          <p:cNvCxnSpPr>
            <a:cxnSpLocks/>
          </p:cNvCxnSpPr>
          <p:nvPr/>
        </p:nvCxnSpPr>
        <p:spPr>
          <a:xfrm>
            <a:off x="2595349" y="6758224"/>
            <a:ext cx="45287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463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F2DD6-F287-B9D0-4121-C8176F781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1C4C10-6407-DB31-B96D-8C44FFBCD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051" y="157161"/>
            <a:ext cx="7330513" cy="47766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FE119C-27F2-7F4E-9618-75DD65A8E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051" y="4933818"/>
            <a:ext cx="7377807" cy="9458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4DE0BC-CC5B-5D17-221D-7F3FE093711A}"/>
              </a:ext>
            </a:extLst>
          </p:cNvPr>
          <p:cNvSpPr/>
          <p:nvPr/>
        </p:nvSpPr>
        <p:spPr>
          <a:xfrm>
            <a:off x="2568051" y="157161"/>
            <a:ext cx="2608860" cy="4875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1A8EFB-D5FD-5615-57B0-1667E40ED5C8}"/>
              </a:ext>
            </a:extLst>
          </p:cNvPr>
          <p:cNvCxnSpPr>
            <a:cxnSpLocks/>
          </p:cNvCxnSpPr>
          <p:nvPr/>
        </p:nvCxnSpPr>
        <p:spPr>
          <a:xfrm>
            <a:off x="2702257" y="1188156"/>
            <a:ext cx="71310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D3913E-1FF0-EB77-E190-786F8D583563}"/>
              </a:ext>
            </a:extLst>
          </p:cNvPr>
          <p:cNvCxnSpPr>
            <a:cxnSpLocks/>
          </p:cNvCxnSpPr>
          <p:nvPr/>
        </p:nvCxnSpPr>
        <p:spPr>
          <a:xfrm>
            <a:off x="2702257" y="1490681"/>
            <a:ext cx="71310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C381C0-CAEE-C267-1F2B-0F4202DD08D5}"/>
              </a:ext>
            </a:extLst>
          </p:cNvPr>
          <p:cNvCxnSpPr>
            <a:cxnSpLocks/>
          </p:cNvCxnSpPr>
          <p:nvPr/>
        </p:nvCxnSpPr>
        <p:spPr>
          <a:xfrm>
            <a:off x="2702257" y="1777284"/>
            <a:ext cx="71310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12E5AA-CFDD-6FD6-2A5B-FF081DE1BB4B}"/>
              </a:ext>
            </a:extLst>
          </p:cNvPr>
          <p:cNvCxnSpPr>
            <a:cxnSpLocks/>
          </p:cNvCxnSpPr>
          <p:nvPr/>
        </p:nvCxnSpPr>
        <p:spPr>
          <a:xfrm>
            <a:off x="2702257" y="2118478"/>
            <a:ext cx="339374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BDBC02-95ED-FDE4-0CE7-BD1C3CD5314D}"/>
              </a:ext>
            </a:extLst>
          </p:cNvPr>
          <p:cNvCxnSpPr>
            <a:cxnSpLocks/>
          </p:cNvCxnSpPr>
          <p:nvPr/>
        </p:nvCxnSpPr>
        <p:spPr>
          <a:xfrm>
            <a:off x="5745707" y="4561427"/>
            <a:ext cx="408758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6A129E-7659-3F7A-0D0E-26EEC0ADA018}"/>
              </a:ext>
            </a:extLst>
          </p:cNvPr>
          <p:cNvCxnSpPr>
            <a:cxnSpLocks/>
          </p:cNvCxnSpPr>
          <p:nvPr/>
        </p:nvCxnSpPr>
        <p:spPr>
          <a:xfrm>
            <a:off x="2702257" y="4933818"/>
            <a:ext cx="700130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B94777-8A1D-F032-9F1D-2CC8E1EBFE43}"/>
              </a:ext>
            </a:extLst>
          </p:cNvPr>
          <p:cNvCxnSpPr>
            <a:cxnSpLocks/>
          </p:cNvCxnSpPr>
          <p:nvPr/>
        </p:nvCxnSpPr>
        <p:spPr>
          <a:xfrm>
            <a:off x="2702257" y="5536594"/>
            <a:ext cx="700130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31BE8A-EAFB-6F71-981D-9AC6A14E5085}"/>
              </a:ext>
            </a:extLst>
          </p:cNvPr>
          <p:cNvCxnSpPr>
            <a:cxnSpLocks/>
          </p:cNvCxnSpPr>
          <p:nvPr/>
        </p:nvCxnSpPr>
        <p:spPr>
          <a:xfrm>
            <a:off x="2702257" y="5263639"/>
            <a:ext cx="700130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3446E42-6579-B8FF-993F-9BCB091AA901}"/>
              </a:ext>
            </a:extLst>
          </p:cNvPr>
          <p:cNvCxnSpPr>
            <a:cxnSpLocks/>
          </p:cNvCxnSpPr>
          <p:nvPr/>
        </p:nvCxnSpPr>
        <p:spPr>
          <a:xfrm>
            <a:off x="2702257" y="5847999"/>
            <a:ext cx="499508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108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20652-2C2A-8229-DDC7-D8EFC66F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0B6385-5B76-32CA-6258-98259FE82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132" y="549812"/>
            <a:ext cx="9813416" cy="548522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6F430A-197E-F3C9-1B4B-B2A6C5B06097}"/>
              </a:ext>
            </a:extLst>
          </p:cNvPr>
          <p:cNvSpPr/>
          <p:nvPr/>
        </p:nvSpPr>
        <p:spPr>
          <a:xfrm>
            <a:off x="1614706" y="508781"/>
            <a:ext cx="6333539" cy="4875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C1EF21-3B44-ADDD-3933-46D9AF798624}"/>
              </a:ext>
            </a:extLst>
          </p:cNvPr>
          <p:cNvCxnSpPr>
            <a:cxnSpLocks/>
          </p:cNvCxnSpPr>
          <p:nvPr/>
        </p:nvCxnSpPr>
        <p:spPr>
          <a:xfrm>
            <a:off x="1614706" y="1863071"/>
            <a:ext cx="954916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9E03FE-FD0E-D8C2-6F5E-8955B7C4F73C}"/>
              </a:ext>
            </a:extLst>
          </p:cNvPr>
          <p:cNvCxnSpPr>
            <a:cxnSpLocks/>
          </p:cNvCxnSpPr>
          <p:nvPr/>
        </p:nvCxnSpPr>
        <p:spPr>
          <a:xfrm>
            <a:off x="1614706" y="2247483"/>
            <a:ext cx="954916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CBFCB1-FC23-6A32-394E-DE0CD4B574D5}"/>
              </a:ext>
            </a:extLst>
          </p:cNvPr>
          <p:cNvCxnSpPr>
            <a:cxnSpLocks/>
          </p:cNvCxnSpPr>
          <p:nvPr/>
        </p:nvCxnSpPr>
        <p:spPr>
          <a:xfrm>
            <a:off x="1614706" y="2656915"/>
            <a:ext cx="905784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42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A8511-F782-7A84-2F92-E3F31BEA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4994EC-6882-6A86-5E45-16C065C62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01" y="556992"/>
            <a:ext cx="11464455" cy="544991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4FB41B-2F93-EBF0-50A3-DFEE2D335B7B}"/>
              </a:ext>
            </a:extLst>
          </p:cNvPr>
          <p:cNvCxnSpPr>
            <a:cxnSpLocks/>
          </p:cNvCxnSpPr>
          <p:nvPr/>
        </p:nvCxnSpPr>
        <p:spPr>
          <a:xfrm>
            <a:off x="891375" y="1521877"/>
            <a:ext cx="1080475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BF062D-E18F-C692-F52A-C008701D26EB}"/>
              </a:ext>
            </a:extLst>
          </p:cNvPr>
          <p:cNvCxnSpPr>
            <a:cxnSpLocks/>
          </p:cNvCxnSpPr>
          <p:nvPr/>
        </p:nvCxnSpPr>
        <p:spPr>
          <a:xfrm>
            <a:off x="10399594" y="1032832"/>
            <a:ext cx="144893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05DAAB-9576-04EC-D196-92AC50D543C4}"/>
              </a:ext>
            </a:extLst>
          </p:cNvPr>
          <p:cNvCxnSpPr>
            <a:cxnSpLocks/>
          </p:cNvCxnSpPr>
          <p:nvPr/>
        </p:nvCxnSpPr>
        <p:spPr>
          <a:xfrm>
            <a:off x="891375" y="2029119"/>
            <a:ext cx="1080475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F560B3-52AA-F1AD-A3AD-7C08CA201618}"/>
              </a:ext>
            </a:extLst>
          </p:cNvPr>
          <p:cNvCxnSpPr>
            <a:cxnSpLocks/>
          </p:cNvCxnSpPr>
          <p:nvPr/>
        </p:nvCxnSpPr>
        <p:spPr>
          <a:xfrm>
            <a:off x="891375" y="2465847"/>
            <a:ext cx="72972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669AD7-D576-D04F-BB30-5A91B0993C48}"/>
              </a:ext>
            </a:extLst>
          </p:cNvPr>
          <p:cNvCxnSpPr>
            <a:cxnSpLocks/>
          </p:cNvCxnSpPr>
          <p:nvPr/>
        </p:nvCxnSpPr>
        <p:spPr>
          <a:xfrm>
            <a:off x="891375" y="5331877"/>
            <a:ext cx="1080475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6BBF92-9E05-FBD2-A760-7CAF2596CFA5}"/>
              </a:ext>
            </a:extLst>
          </p:cNvPr>
          <p:cNvCxnSpPr>
            <a:cxnSpLocks/>
          </p:cNvCxnSpPr>
          <p:nvPr/>
        </p:nvCxnSpPr>
        <p:spPr>
          <a:xfrm>
            <a:off x="7929349" y="4856480"/>
            <a:ext cx="39191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8D0E41-17D7-8D2F-0A73-48F7F8A6075F}"/>
              </a:ext>
            </a:extLst>
          </p:cNvPr>
          <p:cNvCxnSpPr>
            <a:cxnSpLocks/>
          </p:cNvCxnSpPr>
          <p:nvPr/>
        </p:nvCxnSpPr>
        <p:spPr>
          <a:xfrm>
            <a:off x="891375" y="5786803"/>
            <a:ext cx="72972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099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FED85-B582-8DD1-0E17-A20CA794B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D2E3E6-8EDA-0C76-F1A0-BF75CE24E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67" y="1097280"/>
            <a:ext cx="10901492" cy="28140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8AF095-EC3A-46A9-8D9E-FDCC3894A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67" y="3805943"/>
            <a:ext cx="10925138" cy="14661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B9AB9A-B6B6-5450-D77B-0A59E1759E19}"/>
              </a:ext>
            </a:extLst>
          </p:cNvPr>
          <p:cNvSpPr/>
          <p:nvPr/>
        </p:nvSpPr>
        <p:spPr>
          <a:xfrm>
            <a:off x="939457" y="1342136"/>
            <a:ext cx="5784899" cy="4875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497DF7-E299-5578-16C0-2F076CE52C80}"/>
              </a:ext>
            </a:extLst>
          </p:cNvPr>
          <p:cNvCxnSpPr>
            <a:cxnSpLocks/>
          </p:cNvCxnSpPr>
          <p:nvPr/>
        </p:nvCxnSpPr>
        <p:spPr>
          <a:xfrm>
            <a:off x="1078173" y="3205101"/>
            <a:ext cx="156949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FFBD1-145D-9605-4ABA-522A7C060B11}"/>
              </a:ext>
            </a:extLst>
          </p:cNvPr>
          <p:cNvCxnSpPr>
            <a:cxnSpLocks/>
          </p:cNvCxnSpPr>
          <p:nvPr/>
        </p:nvCxnSpPr>
        <p:spPr>
          <a:xfrm>
            <a:off x="9869605" y="2743351"/>
            <a:ext cx="156949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54AF09-BE63-F689-863B-0DC5FBB88A1C}"/>
              </a:ext>
            </a:extLst>
          </p:cNvPr>
          <p:cNvCxnSpPr>
            <a:cxnSpLocks/>
          </p:cNvCxnSpPr>
          <p:nvPr/>
        </p:nvCxnSpPr>
        <p:spPr>
          <a:xfrm>
            <a:off x="4395752" y="3683264"/>
            <a:ext cx="691259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2C9D87C-8B81-DB3B-669C-0AC65F645944}"/>
              </a:ext>
            </a:extLst>
          </p:cNvPr>
          <p:cNvCxnSpPr>
            <a:cxnSpLocks/>
          </p:cNvCxnSpPr>
          <p:nvPr/>
        </p:nvCxnSpPr>
        <p:spPr>
          <a:xfrm>
            <a:off x="939457" y="4217802"/>
            <a:ext cx="1021076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01C953-2E5A-E996-A881-DB4A8D9B92E4}"/>
              </a:ext>
            </a:extLst>
          </p:cNvPr>
          <p:cNvCxnSpPr>
            <a:cxnSpLocks/>
          </p:cNvCxnSpPr>
          <p:nvPr/>
        </p:nvCxnSpPr>
        <p:spPr>
          <a:xfrm>
            <a:off x="1510351" y="4652256"/>
            <a:ext cx="992874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84DC12B-E92D-6DED-29A7-787CD22530DF}"/>
              </a:ext>
            </a:extLst>
          </p:cNvPr>
          <p:cNvCxnSpPr>
            <a:cxnSpLocks/>
          </p:cNvCxnSpPr>
          <p:nvPr/>
        </p:nvCxnSpPr>
        <p:spPr>
          <a:xfrm>
            <a:off x="939457" y="5132203"/>
            <a:ext cx="787699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197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F6CD-BFE7-C440-3205-3DC991C7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EEF18A-95FC-05EA-0150-71542AA89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94" y="614162"/>
            <a:ext cx="10720230" cy="52202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4779709-3901-8260-629D-A66670370D98}"/>
              </a:ext>
            </a:extLst>
          </p:cNvPr>
          <p:cNvSpPr/>
          <p:nvPr/>
        </p:nvSpPr>
        <p:spPr>
          <a:xfrm>
            <a:off x="981660" y="779775"/>
            <a:ext cx="8232677" cy="4875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53E7CA-7FB9-74C6-A789-0CD42706533A}"/>
              </a:ext>
            </a:extLst>
          </p:cNvPr>
          <p:cNvCxnSpPr>
            <a:cxnSpLocks/>
          </p:cNvCxnSpPr>
          <p:nvPr/>
        </p:nvCxnSpPr>
        <p:spPr>
          <a:xfrm>
            <a:off x="7751928" y="5361939"/>
            <a:ext cx="364622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5EDFBA-D2F5-DBB4-5F25-ACC9D4A5124A}"/>
              </a:ext>
            </a:extLst>
          </p:cNvPr>
          <p:cNvCxnSpPr>
            <a:cxnSpLocks/>
          </p:cNvCxnSpPr>
          <p:nvPr/>
        </p:nvCxnSpPr>
        <p:spPr>
          <a:xfrm>
            <a:off x="981660" y="5834448"/>
            <a:ext cx="859338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426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6C99C-BCF3-AF5C-8046-A7C612785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BE55E3-9F25-53FB-0F83-FB86F9CFB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867" y="325402"/>
            <a:ext cx="8742266" cy="620719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AA609BA-20D9-9D2D-DDBD-FB70ECB70DDC}"/>
              </a:ext>
            </a:extLst>
          </p:cNvPr>
          <p:cNvCxnSpPr>
            <a:cxnSpLocks/>
          </p:cNvCxnSpPr>
          <p:nvPr/>
        </p:nvCxnSpPr>
        <p:spPr>
          <a:xfrm>
            <a:off x="8407021" y="4352005"/>
            <a:ext cx="181742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22E604-D618-0F96-EE23-8E235505FC50}"/>
              </a:ext>
            </a:extLst>
          </p:cNvPr>
          <p:cNvCxnSpPr>
            <a:cxnSpLocks/>
          </p:cNvCxnSpPr>
          <p:nvPr/>
        </p:nvCxnSpPr>
        <p:spPr>
          <a:xfrm>
            <a:off x="2772770" y="2143342"/>
            <a:ext cx="745167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4CE351-C051-FDA5-F916-8C3008A45C62}"/>
              </a:ext>
            </a:extLst>
          </p:cNvPr>
          <p:cNvCxnSpPr>
            <a:cxnSpLocks/>
          </p:cNvCxnSpPr>
          <p:nvPr/>
        </p:nvCxnSpPr>
        <p:spPr>
          <a:xfrm>
            <a:off x="1846996" y="2514106"/>
            <a:ext cx="837745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99594D-213A-63A9-426D-7EF26AD165B3}"/>
              </a:ext>
            </a:extLst>
          </p:cNvPr>
          <p:cNvCxnSpPr>
            <a:cxnSpLocks/>
          </p:cNvCxnSpPr>
          <p:nvPr/>
        </p:nvCxnSpPr>
        <p:spPr>
          <a:xfrm>
            <a:off x="1907274" y="2884870"/>
            <a:ext cx="837745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EEA8CF-6820-DB2D-DE08-AE5861690598}"/>
              </a:ext>
            </a:extLst>
          </p:cNvPr>
          <p:cNvCxnSpPr>
            <a:cxnSpLocks/>
          </p:cNvCxnSpPr>
          <p:nvPr/>
        </p:nvCxnSpPr>
        <p:spPr>
          <a:xfrm>
            <a:off x="1846996" y="3235163"/>
            <a:ext cx="257487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A87536-0BFA-BFC0-8516-2B22B3A5412F}"/>
              </a:ext>
            </a:extLst>
          </p:cNvPr>
          <p:cNvCxnSpPr>
            <a:cxnSpLocks/>
          </p:cNvCxnSpPr>
          <p:nvPr/>
        </p:nvCxnSpPr>
        <p:spPr>
          <a:xfrm>
            <a:off x="1907274" y="4709122"/>
            <a:ext cx="83171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66FD64-26E3-36AE-4393-5FB3F78E38B4}"/>
              </a:ext>
            </a:extLst>
          </p:cNvPr>
          <p:cNvCxnSpPr>
            <a:cxnSpLocks/>
          </p:cNvCxnSpPr>
          <p:nvPr/>
        </p:nvCxnSpPr>
        <p:spPr>
          <a:xfrm>
            <a:off x="1967552" y="5038943"/>
            <a:ext cx="562060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2747152-6731-7EBE-52A9-39EEA88E9592}"/>
              </a:ext>
            </a:extLst>
          </p:cNvPr>
          <p:cNvCxnSpPr>
            <a:cxnSpLocks/>
          </p:cNvCxnSpPr>
          <p:nvPr/>
        </p:nvCxnSpPr>
        <p:spPr>
          <a:xfrm>
            <a:off x="1937412" y="6532597"/>
            <a:ext cx="604652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C7C94D-9C56-413F-63EA-FBB387E9E589}"/>
              </a:ext>
            </a:extLst>
          </p:cNvPr>
          <p:cNvCxnSpPr>
            <a:cxnSpLocks/>
          </p:cNvCxnSpPr>
          <p:nvPr/>
        </p:nvCxnSpPr>
        <p:spPr>
          <a:xfrm>
            <a:off x="1967552" y="6166382"/>
            <a:ext cx="813406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A8CEF1-5D7B-5A74-9F97-33EEC60EF843}"/>
              </a:ext>
            </a:extLst>
          </p:cNvPr>
          <p:cNvCxnSpPr>
            <a:cxnSpLocks/>
          </p:cNvCxnSpPr>
          <p:nvPr/>
        </p:nvCxnSpPr>
        <p:spPr>
          <a:xfrm>
            <a:off x="1907274" y="5786519"/>
            <a:ext cx="813406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0688A9-6E74-612D-2856-977D45E3A564}"/>
              </a:ext>
            </a:extLst>
          </p:cNvPr>
          <p:cNvCxnSpPr>
            <a:cxnSpLocks/>
          </p:cNvCxnSpPr>
          <p:nvPr/>
        </p:nvCxnSpPr>
        <p:spPr>
          <a:xfrm>
            <a:off x="3134435" y="5431677"/>
            <a:ext cx="709001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347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278F3-F02B-A704-4A3F-13C49B93D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420DE2-B5D8-052E-C5E2-EC3E7052C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584" y="373743"/>
            <a:ext cx="8094832" cy="1108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0B187B-CE2B-292A-5B18-3A5454501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851" y="1482383"/>
            <a:ext cx="8165221" cy="522644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79CECB-08A5-1812-B3F5-B74AB3655D20}"/>
              </a:ext>
            </a:extLst>
          </p:cNvPr>
          <p:cNvCxnSpPr>
            <a:cxnSpLocks/>
          </p:cNvCxnSpPr>
          <p:nvPr/>
        </p:nvCxnSpPr>
        <p:spPr>
          <a:xfrm>
            <a:off x="4790364" y="1062119"/>
            <a:ext cx="522936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B7F671-EA7E-39ED-A365-2C49E3FA9F3E}"/>
              </a:ext>
            </a:extLst>
          </p:cNvPr>
          <p:cNvCxnSpPr>
            <a:cxnSpLocks/>
          </p:cNvCxnSpPr>
          <p:nvPr/>
        </p:nvCxnSpPr>
        <p:spPr>
          <a:xfrm>
            <a:off x="2175680" y="1414012"/>
            <a:ext cx="67226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3485AA-0A2A-0FE6-FE22-804DC866530F}"/>
              </a:ext>
            </a:extLst>
          </p:cNvPr>
          <p:cNvCxnSpPr>
            <a:cxnSpLocks/>
          </p:cNvCxnSpPr>
          <p:nvPr/>
        </p:nvCxnSpPr>
        <p:spPr>
          <a:xfrm>
            <a:off x="2175680" y="3616525"/>
            <a:ext cx="784405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C339FC-FAE9-A1D4-BFED-FB0FDF84D072}"/>
              </a:ext>
            </a:extLst>
          </p:cNvPr>
          <p:cNvCxnSpPr>
            <a:cxnSpLocks/>
          </p:cNvCxnSpPr>
          <p:nvPr/>
        </p:nvCxnSpPr>
        <p:spPr>
          <a:xfrm>
            <a:off x="9007522" y="3261683"/>
            <a:ext cx="101221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BFDCA3-3699-3025-A6FF-65B25EC0ECFD}"/>
              </a:ext>
            </a:extLst>
          </p:cNvPr>
          <p:cNvCxnSpPr>
            <a:cxnSpLocks/>
          </p:cNvCxnSpPr>
          <p:nvPr/>
        </p:nvCxnSpPr>
        <p:spPr>
          <a:xfrm>
            <a:off x="2134851" y="3973641"/>
            <a:ext cx="784405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4D35F42-EE84-6989-7CFB-E4FA44CC770F}"/>
              </a:ext>
            </a:extLst>
          </p:cNvPr>
          <p:cNvCxnSpPr>
            <a:cxnSpLocks/>
          </p:cNvCxnSpPr>
          <p:nvPr/>
        </p:nvCxnSpPr>
        <p:spPr>
          <a:xfrm>
            <a:off x="2175680" y="4276166"/>
            <a:ext cx="558989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53B9C2-4C2F-7CAD-CD43-84349799E389}"/>
              </a:ext>
            </a:extLst>
          </p:cNvPr>
          <p:cNvCxnSpPr>
            <a:cxnSpLocks/>
          </p:cNvCxnSpPr>
          <p:nvPr/>
        </p:nvCxnSpPr>
        <p:spPr>
          <a:xfrm>
            <a:off x="8229714" y="5982137"/>
            <a:ext cx="174918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D38CB3-0A64-45A5-6D53-49BD10156BC5}"/>
              </a:ext>
            </a:extLst>
          </p:cNvPr>
          <p:cNvCxnSpPr>
            <a:cxnSpLocks/>
          </p:cNvCxnSpPr>
          <p:nvPr/>
        </p:nvCxnSpPr>
        <p:spPr>
          <a:xfrm>
            <a:off x="2175680" y="6366549"/>
            <a:ext cx="784405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7AAB5A-BB60-9AD0-AF08-C21D2D259482}"/>
              </a:ext>
            </a:extLst>
          </p:cNvPr>
          <p:cNvCxnSpPr>
            <a:cxnSpLocks/>
          </p:cNvCxnSpPr>
          <p:nvPr/>
        </p:nvCxnSpPr>
        <p:spPr>
          <a:xfrm>
            <a:off x="2175680" y="6708828"/>
            <a:ext cx="261468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635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61204-6301-0486-C237-150C80043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72477C-71BE-2D76-BEC5-F83C5F751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56" y="716939"/>
            <a:ext cx="10669508" cy="500861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67CB38-9C1E-C80A-3288-25806740E093}"/>
              </a:ext>
            </a:extLst>
          </p:cNvPr>
          <p:cNvCxnSpPr>
            <a:cxnSpLocks/>
          </p:cNvCxnSpPr>
          <p:nvPr/>
        </p:nvCxnSpPr>
        <p:spPr>
          <a:xfrm>
            <a:off x="7779224" y="1153105"/>
            <a:ext cx="365987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6939C8-0DA1-69B9-4D91-CABC437251D7}"/>
              </a:ext>
            </a:extLst>
          </p:cNvPr>
          <p:cNvCxnSpPr>
            <a:cxnSpLocks/>
          </p:cNvCxnSpPr>
          <p:nvPr/>
        </p:nvCxnSpPr>
        <p:spPr>
          <a:xfrm>
            <a:off x="1039505" y="1619403"/>
            <a:ext cx="1027448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2F5C3-B925-CE50-EA4D-7782CDD8DCEA}"/>
              </a:ext>
            </a:extLst>
          </p:cNvPr>
          <p:cNvCxnSpPr>
            <a:cxnSpLocks/>
          </p:cNvCxnSpPr>
          <p:nvPr/>
        </p:nvCxnSpPr>
        <p:spPr>
          <a:xfrm>
            <a:off x="958755" y="2058406"/>
            <a:ext cx="1048034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B3937B-7E0D-5973-87C6-82308681425C}"/>
              </a:ext>
            </a:extLst>
          </p:cNvPr>
          <p:cNvCxnSpPr>
            <a:cxnSpLocks/>
          </p:cNvCxnSpPr>
          <p:nvPr/>
        </p:nvCxnSpPr>
        <p:spPr>
          <a:xfrm>
            <a:off x="918356" y="2470113"/>
            <a:ext cx="269830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82E0CF-C536-B3F8-7AA2-F175AA3D9D99}"/>
              </a:ext>
            </a:extLst>
          </p:cNvPr>
          <p:cNvCxnSpPr>
            <a:cxnSpLocks/>
          </p:cNvCxnSpPr>
          <p:nvPr/>
        </p:nvCxnSpPr>
        <p:spPr>
          <a:xfrm>
            <a:off x="2039203" y="4353504"/>
            <a:ext cx="939989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9E79A3-5404-E677-97EC-43538A1A3CD7}"/>
              </a:ext>
            </a:extLst>
          </p:cNvPr>
          <p:cNvCxnSpPr>
            <a:cxnSpLocks/>
          </p:cNvCxnSpPr>
          <p:nvPr/>
        </p:nvCxnSpPr>
        <p:spPr>
          <a:xfrm>
            <a:off x="1039505" y="4806154"/>
            <a:ext cx="1039959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9C089E-8704-5C35-C32C-E3B9A308A2C4}"/>
              </a:ext>
            </a:extLst>
          </p:cNvPr>
          <p:cNvCxnSpPr>
            <a:cxnSpLocks/>
          </p:cNvCxnSpPr>
          <p:nvPr/>
        </p:nvCxnSpPr>
        <p:spPr>
          <a:xfrm>
            <a:off x="1188270" y="5217862"/>
            <a:ext cx="1039959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6AD4B5-1B33-8398-D8E9-55AABAD86A92}"/>
              </a:ext>
            </a:extLst>
          </p:cNvPr>
          <p:cNvCxnSpPr>
            <a:cxnSpLocks/>
          </p:cNvCxnSpPr>
          <p:nvPr/>
        </p:nvCxnSpPr>
        <p:spPr>
          <a:xfrm>
            <a:off x="1039505" y="5725551"/>
            <a:ext cx="844568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8029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8A547-A761-685D-A55C-D277B6B63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2C8126-1EFA-8C53-5460-C2A8273F7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068" y="1044013"/>
            <a:ext cx="10740641" cy="39078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659ACA-5F4B-2F71-137B-406C2EDCE474}"/>
              </a:ext>
            </a:extLst>
          </p:cNvPr>
          <p:cNvSpPr/>
          <p:nvPr/>
        </p:nvSpPr>
        <p:spPr>
          <a:xfrm>
            <a:off x="1164541" y="1044013"/>
            <a:ext cx="6910314" cy="70038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F01902-0FD7-9AB1-197C-856F7A66E65F}"/>
              </a:ext>
            </a:extLst>
          </p:cNvPr>
          <p:cNvCxnSpPr>
            <a:cxnSpLocks/>
          </p:cNvCxnSpPr>
          <p:nvPr/>
        </p:nvCxnSpPr>
        <p:spPr>
          <a:xfrm>
            <a:off x="1164541" y="2567921"/>
            <a:ext cx="1039959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11EE86-98FE-C4CB-75D8-A7F77AAD53AF}"/>
              </a:ext>
            </a:extLst>
          </p:cNvPr>
          <p:cNvCxnSpPr>
            <a:cxnSpLocks/>
          </p:cNvCxnSpPr>
          <p:nvPr/>
        </p:nvCxnSpPr>
        <p:spPr>
          <a:xfrm>
            <a:off x="1164541" y="3031946"/>
            <a:ext cx="595269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523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811E2-7228-E231-D665-ED306873A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0EAC37-666D-DDF5-CBF4-3F49B376F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792" y="551132"/>
            <a:ext cx="10490393" cy="542763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6A5F17-AE92-E54A-26A6-E5FD2BEB8552}"/>
              </a:ext>
            </a:extLst>
          </p:cNvPr>
          <p:cNvCxnSpPr>
            <a:cxnSpLocks/>
          </p:cNvCxnSpPr>
          <p:nvPr/>
        </p:nvCxnSpPr>
        <p:spPr>
          <a:xfrm>
            <a:off x="1380699" y="3291253"/>
            <a:ext cx="1039959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4536D5-C14A-71CB-2E90-991C79CB0540}"/>
              </a:ext>
            </a:extLst>
          </p:cNvPr>
          <p:cNvCxnSpPr>
            <a:cxnSpLocks/>
          </p:cNvCxnSpPr>
          <p:nvPr/>
        </p:nvCxnSpPr>
        <p:spPr>
          <a:xfrm>
            <a:off x="10768084" y="2881820"/>
            <a:ext cx="10122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EF4FCA-E47B-3D47-2160-266D5B93D283}"/>
              </a:ext>
            </a:extLst>
          </p:cNvPr>
          <p:cNvCxnSpPr>
            <a:cxnSpLocks/>
          </p:cNvCxnSpPr>
          <p:nvPr/>
        </p:nvCxnSpPr>
        <p:spPr>
          <a:xfrm>
            <a:off x="1380699" y="3768924"/>
            <a:ext cx="413299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D1A2E6-0166-0EF3-72EE-68FCAF8067A3}"/>
              </a:ext>
            </a:extLst>
          </p:cNvPr>
          <p:cNvCxnSpPr>
            <a:cxnSpLocks/>
          </p:cNvCxnSpPr>
          <p:nvPr/>
        </p:nvCxnSpPr>
        <p:spPr>
          <a:xfrm>
            <a:off x="7751928" y="5051814"/>
            <a:ext cx="367352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E0E6250-A386-1080-2256-18BF96F3C785}"/>
              </a:ext>
            </a:extLst>
          </p:cNvPr>
          <p:cNvCxnSpPr>
            <a:cxnSpLocks/>
          </p:cNvCxnSpPr>
          <p:nvPr/>
        </p:nvCxnSpPr>
        <p:spPr>
          <a:xfrm>
            <a:off x="1380699" y="5543133"/>
            <a:ext cx="1004475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8876A9-E443-D347-302F-A60F4F937ABA}"/>
              </a:ext>
            </a:extLst>
          </p:cNvPr>
          <p:cNvCxnSpPr>
            <a:cxnSpLocks/>
          </p:cNvCxnSpPr>
          <p:nvPr/>
        </p:nvCxnSpPr>
        <p:spPr>
          <a:xfrm>
            <a:off x="1380699" y="5983187"/>
            <a:ext cx="9394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930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6B392-E5ED-0623-456A-2188AE008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892B4B-8009-67E8-347D-8BFC948B0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33" y="1024084"/>
            <a:ext cx="11570365" cy="460299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C920430-2E01-08FC-3F3C-E519603C18C0}"/>
              </a:ext>
            </a:extLst>
          </p:cNvPr>
          <p:cNvSpPr/>
          <p:nvPr/>
        </p:nvSpPr>
        <p:spPr>
          <a:xfrm>
            <a:off x="587766" y="1024084"/>
            <a:ext cx="2056960" cy="7906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B7E5EE-0755-0540-CBD8-EEB9BB36B38F}"/>
              </a:ext>
            </a:extLst>
          </p:cNvPr>
          <p:cNvCxnSpPr>
            <a:cxnSpLocks/>
          </p:cNvCxnSpPr>
          <p:nvPr/>
        </p:nvCxnSpPr>
        <p:spPr>
          <a:xfrm>
            <a:off x="723331" y="2677103"/>
            <a:ext cx="1105696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DCF6F7-602E-7C16-7701-DF367837CD01}"/>
              </a:ext>
            </a:extLst>
          </p:cNvPr>
          <p:cNvCxnSpPr>
            <a:cxnSpLocks/>
          </p:cNvCxnSpPr>
          <p:nvPr/>
        </p:nvCxnSpPr>
        <p:spPr>
          <a:xfrm>
            <a:off x="723331" y="3143402"/>
            <a:ext cx="1105696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ADF67A-55DA-3A77-C668-B27BDCF22757}"/>
              </a:ext>
            </a:extLst>
          </p:cNvPr>
          <p:cNvCxnSpPr>
            <a:cxnSpLocks/>
          </p:cNvCxnSpPr>
          <p:nvPr/>
        </p:nvCxnSpPr>
        <p:spPr>
          <a:xfrm>
            <a:off x="723331" y="3623349"/>
            <a:ext cx="1105696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E4291-761C-FA1F-0F9E-37F28836D003}"/>
              </a:ext>
            </a:extLst>
          </p:cNvPr>
          <p:cNvCxnSpPr>
            <a:cxnSpLocks/>
          </p:cNvCxnSpPr>
          <p:nvPr/>
        </p:nvCxnSpPr>
        <p:spPr>
          <a:xfrm>
            <a:off x="848436" y="4141964"/>
            <a:ext cx="63439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47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CA444-69A2-7688-D9B4-758439A30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6C9F08-8F17-0F36-CB05-64A19C9FA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05" y="414118"/>
            <a:ext cx="10664338" cy="581691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61396D-23A3-DB61-0AEC-7DAAF2F80E93}"/>
              </a:ext>
            </a:extLst>
          </p:cNvPr>
          <p:cNvCxnSpPr>
            <a:cxnSpLocks/>
          </p:cNvCxnSpPr>
          <p:nvPr/>
        </p:nvCxnSpPr>
        <p:spPr>
          <a:xfrm>
            <a:off x="1023581" y="6231030"/>
            <a:ext cx="895293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E55651-91E1-D30B-C7A5-BA942B698686}"/>
              </a:ext>
            </a:extLst>
          </p:cNvPr>
          <p:cNvCxnSpPr>
            <a:cxnSpLocks/>
          </p:cNvCxnSpPr>
          <p:nvPr/>
        </p:nvCxnSpPr>
        <p:spPr>
          <a:xfrm>
            <a:off x="1023581" y="5810224"/>
            <a:ext cx="1027903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1E0D801-7A69-CC1E-353B-36D381B05CEA}"/>
              </a:ext>
            </a:extLst>
          </p:cNvPr>
          <p:cNvCxnSpPr>
            <a:cxnSpLocks/>
          </p:cNvCxnSpPr>
          <p:nvPr/>
        </p:nvCxnSpPr>
        <p:spPr>
          <a:xfrm>
            <a:off x="3889612" y="5373495"/>
            <a:ext cx="741300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115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C490B-EFDC-C007-C774-80B848EDC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6F2AA9-FA76-6F55-C62A-72ACE1768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907" y="94095"/>
            <a:ext cx="7532004" cy="6669809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369267-F6C9-7E6A-D79B-D70B161452D4}"/>
              </a:ext>
            </a:extLst>
          </p:cNvPr>
          <p:cNvCxnSpPr>
            <a:cxnSpLocks/>
          </p:cNvCxnSpPr>
          <p:nvPr/>
        </p:nvCxnSpPr>
        <p:spPr>
          <a:xfrm>
            <a:off x="2756846" y="362493"/>
            <a:ext cx="678293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168C63-D0E3-AA7F-B1CC-8AB608191F25}"/>
              </a:ext>
            </a:extLst>
          </p:cNvPr>
          <p:cNvCxnSpPr>
            <a:cxnSpLocks/>
          </p:cNvCxnSpPr>
          <p:nvPr/>
        </p:nvCxnSpPr>
        <p:spPr>
          <a:xfrm>
            <a:off x="2363336" y="705961"/>
            <a:ext cx="71764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0AB68F-22B2-2A84-D1C8-DCB21723C3A5}"/>
              </a:ext>
            </a:extLst>
          </p:cNvPr>
          <p:cNvCxnSpPr>
            <a:cxnSpLocks/>
          </p:cNvCxnSpPr>
          <p:nvPr/>
        </p:nvCxnSpPr>
        <p:spPr>
          <a:xfrm>
            <a:off x="2363336" y="1008487"/>
            <a:ext cx="71764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E7D750-22A2-116A-E25D-9413C5208B4E}"/>
              </a:ext>
            </a:extLst>
          </p:cNvPr>
          <p:cNvCxnSpPr>
            <a:cxnSpLocks/>
          </p:cNvCxnSpPr>
          <p:nvPr/>
        </p:nvCxnSpPr>
        <p:spPr>
          <a:xfrm>
            <a:off x="2363336" y="1308737"/>
            <a:ext cx="510198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531411-FB00-19E9-03CA-1A19389DCF73}"/>
              </a:ext>
            </a:extLst>
          </p:cNvPr>
          <p:cNvCxnSpPr>
            <a:cxnSpLocks/>
          </p:cNvCxnSpPr>
          <p:nvPr/>
        </p:nvCxnSpPr>
        <p:spPr>
          <a:xfrm>
            <a:off x="8175009" y="2591627"/>
            <a:ext cx="136477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7BFFC9-0BB6-F2ED-B6CA-6DF61291C267}"/>
              </a:ext>
            </a:extLst>
          </p:cNvPr>
          <p:cNvCxnSpPr>
            <a:cxnSpLocks/>
          </p:cNvCxnSpPr>
          <p:nvPr/>
        </p:nvCxnSpPr>
        <p:spPr>
          <a:xfrm>
            <a:off x="2363336" y="2932821"/>
            <a:ext cx="71764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1BE868-8ED8-1B86-4FB4-D9A25EC4EA76}"/>
              </a:ext>
            </a:extLst>
          </p:cNvPr>
          <p:cNvCxnSpPr>
            <a:cxnSpLocks/>
          </p:cNvCxnSpPr>
          <p:nvPr/>
        </p:nvCxnSpPr>
        <p:spPr>
          <a:xfrm>
            <a:off x="2363336" y="3260367"/>
            <a:ext cx="71764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B2C660C-76A1-AC2D-809D-F07A272A7C69}"/>
              </a:ext>
            </a:extLst>
          </p:cNvPr>
          <p:cNvCxnSpPr>
            <a:cxnSpLocks/>
          </p:cNvCxnSpPr>
          <p:nvPr/>
        </p:nvCxnSpPr>
        <p:spPr>
          <a:xfrm>
            <a:off x="2394684" y="3590188"/>
            <a:ext cx="71764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0D4104-380C-8912-9E9A-418EFE5E413A}"/>
              </a:ext>
            </a:extLst>
          </p:cNvPr>
          <p:cNvCxnSpPr>
            <a:cxnSpLocks/>
          </p:cNvCxnSpPr>
          <p:nvPr/>
        </p:nvCxnSpPr>
        <p:spPr>
          <a:xfrm>
            <a:off x="2363336" y="3849495"/>
            <a:ext cx="71764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0C2B17-1A93-20DE-93E5-5A48EB70E9B1}"/>
              </a:ext>
            </a:extLst>
          </p:cNvPr>
          <p:cNvCxnSpPr>
            <a:cxnSpLocks/>
          </p:cNvCxnSpPr>
          <p:nvPr/>
        </p:nvCxnSpPr>
        <p:spPr>
          <a:xfrm>
            <a:off x="2394683" y="4204337"/>
            <a:ext cx="71764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2FF1E9-BED0-84FC-AFA4-489E2BA9241B}"/>
              </a:ext>
            </a:extLst>
          </p:cNvPr>
          <p:cNvCxnSpPr>
            <a:cxnSpLocks/>
          </p:cNvCxnSpPr>
          <p:nvPr/>
        </p:nvCxnSpPr>
        <p:spPr>
          <a:xfrm>
            <a:off x="2363335" y="4518236"/>
            <a:ext cx="720779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F51817C-4E86-EAD7-A691-9F99D4FB486C}"/>
              </a:ext>
            </a:extLst>
          </p:cNvPr>
          <p:cNvCxnSpPr>
            <a:cxnSpLocks/>
          </p:cNvCxnSpPr>
          <p:nvPr/>
        </p:nvCxnSpPr>
        <p:spPr>
          <a:xfrm>
            <a:off x="2394682" y="4845782"/>
            <a:ext cx="71764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87BB74F-CE11-ADED-8A6F-06C98C3E86B7}"/>
              </a:ext>
            </a:extLst>
          </p:cNvPr>
          <p:cNvCxnSpPr>
            <a:cxnSpLocks/>
          </p:cNvCxnSpPr>
          <p:nvPr/>
        </p:nvCxnSpPr>
        <p:spPr>
          <a:xfrm>
            <a:off x="2363335" y="5159680"/>
            <a:ext cx="71764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13C86F5-49E7-773A-11F6-99ED453F5DEC}"/>
              </a:ext>
            </a:extLst>
          </p:cNvPr>
          <p:cNvCxnSpPr>
            <a:cxnSpLocks/>
          </p:cNvCxnSpPr>
          <p:nvPr/>
        </p:nvCxnSpPr>
        <p:spPr>
          <a:xfrm>
            <a:off x="2394682" y="5473578"/>
            <a:ext cx="71764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FF36DF0-4149-5F7D-5F49-9B394ACB4683}"/>
              </a:ext>
            </a:extLst>
          </p:cNvPr>
          <p:cNvCxnSpPr>
            <a:cxnSpLocks/>
          </p:cNvCxnSpPr>
          <p:nvPr/>
        </p:nvCxnSpPr>
        <p:spPr>
          <a:xfrm>
            <a:off x="2363334" y="5801125"/>
            <a:ext cx="71764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F39ABC4-235D-35FE-200E-92D77472284C}"/>
              </a:ext>
            </a:extLst>
          </p:cNvPr>
          <p:cNvCxnSpPr>
            <a:cxnSpLocks/>
          </p:cNvCxnSpPr>
          <p:nvPr/>
        </p:nvCxnSpPr>
        <p:spPr>
          <a:xfrm>
            <a:off x="2394682" y="6101376"/>
            <a:ext cx="71764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2D692B-3DC4-D389-9054-69C2529E6FF7}"/>
              </a:ext>
            </a:extLst>
          </p:cNvPr>
          <p:cNvCxnSpPr>
            <a:cxnSpLocks/>
          </p:cNvCxnSpPr>
          <p:nvPr/>
        </p:nvCxnSpPr>
        <p:spPr>
          <a:xfrm>
            <a:off x="2363334" y="6415274"/>
            <a:ext cx="71764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E26829-44A4-CA47-9525-715C84EEB2CE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2363333" y="6763904"/>
            <a:ext cx="361957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45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6F5BF-03F1-AB86-E5A4-0A6825099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C035-F3D4-9871-D019-079569131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B517BF-08B9-150D-C9BE-45CA13566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405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5715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715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3332</TotalTime>
  <Words>32</Words>
  <Application>Microsoft Office PowerPoint</Application>
  <PresentationFormat>Widescreen</PresentationFormat>
  <Paragraphs>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Cap. 1  ¿Qué es pensar?  En: Cómo pensamos:  La relación entre pensamiento reflexivo y proceso educativo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F. Garcìa Alcalà</dc:creator>
  <cp:lastModifiedBy>F. Garcìa Alcalà</cp:lastModifiedBy>
  <cp:revision>27</cp:revision>
  <dcterms:created xsi:type="dcterms:W3CDTF">2026-03-21T14:03:19Z</dcterms:created>
  <dcterms:modified xsi:type="dcterms:W3CDTF">2026-03-23T21:36:18Z</dcterms:modified>
</cp:coreProperties>
</file>