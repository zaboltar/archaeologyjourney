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54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302E13-2EF6-46D7-8C56-1874BDA7E677}" type="datetimeFigureOut">
              <a:rPr lang="es-PE" smtClean="0"/>
              <a:t>31/05/2026</a:t>
            </a:fld>
            <a:endParaRPr lang="es-P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C4213-EC7D-47DB-8BF8-CDF8AF58B0C0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84031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C4213-EC7D-47DB-8BF8-CDF8AF58B0C0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95376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CE9E1-76D8-BFC4-FB85-FCBF6EEC6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A7AE0-E1C6-E7ED-E9CE-1F9B37295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B8985-E915-2368-1981-0CAD78C80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DCFE9-4ED9-430A-4927-FED1C0F97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C4213-EC7D-47DB-8BF8-CDF8AF58B0C0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45828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41492-C138-04FB-746A-678FC960F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1F5EF-66CC-5526-FF37-2BE0DD745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B9A6D-BE1B-F5C6-3365-A5511B3F1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3B608-5935-A78E-E3C2-55CBF9612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C4213-EC7D-47DB-8BF8-CDF8AF58B0C0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10026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BEB88-E98B-0DF1-08ED-0067E5FC6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92D17-A079-21D8-0786-05ACD9284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2BBE2-3006-FE00-5282-6161552B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053E3-359F-4D1D-98E0-24765275FF3B}" type="datetimeFigureOut">
              <a:rPr lang="es-PE" smtClean="0"/>
              <a:t>31/05/2026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B4203-1F35-A60D-517A-6AFF5B9A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35B22-EFE9-A36C-0895-67CCAD3C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8BF4-AA85-4848-817F-2FA0C7EE879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18639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C331F-9B7D-0805-687D-C10E2D363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212CC-0C15-64D9-A10E-3AA01BB7F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FAE01-813C-6B94-4C82-C737103C7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053E3-359F-4D1D-98E0-24765275FF3B}" type="datetimeFigureOut">
              <a:rPr lang="es-PE" smtClean="0"/>
              <a:t>31/05/2026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CF09E-B136-4BBF-DBC2-F0E96C36E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DAA9E-E50E-4537-C51F-9678A5EC4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8BF4-AA85-4848-817F-2FA0C7EE879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96384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2873A-6257-6FD4-60B4-6410A0F39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F5305-30E4-1C25-D99A-1E54B8A04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CA901-ED56-087A-32AC-AA9F79B3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053E3-359F-4D1D-98E0-24765275FF3B}" type="datetimeFigureOut">
              <a:rPr lang="es-PE" smtClean="0"/>
              <a:t>31/05/2026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8B434-FEEA-5498-E2D9-407124086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70226-566D-343D-01A2-246616B3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8BF4-AA85-4848-817F-2FA0C7EE879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507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0684F-803C-0E7C-C58D-38BE7C11F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4F735-C14F-87A1-CDDE-FC8EA1D6A1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EF229-34FB-8608-6462-7691B0543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945F6-1C70-5D33-A60B-768EA93F6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053E3-359F-4D1D-98E0-24765275FF3B}" type="datetimeFigureOut">
              <a:rPr lang="es-PE" smtClean="0"/>
              <a:t>31/05/2026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5D679-3D3D-EF3E-F7C5-A371CE4BD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7985B-FA4F-5787-0296-806AC1819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8BF4-AA85-4848-817F-2FA0C7EE879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18105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CAFD8-EBAE-6B80-EFE9-DF97C1C43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71DFE-257A-930D-43DA-A55EE8BD7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21C130-403C-64C1-FDF5-04B47DF07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C5BA5-6D01-CF85-08EC-8DCB6B10A4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471B94-4BA8-9C79-98F0-83E71098F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785FA1-201F-AA55-AADD-5E576A3AD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053E3-359F-4D1D-98E0-24765275FF3B}" type="datetimeFigureOut">
              <a:rPr lang="es-PE" smtClean="0"/>
              <a:t>31/05/2026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343E34-275B-59DB-C3D3-F259C9B49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ACF0C-F6B2-68DD-097E-0250704F1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8BF4-AA85-4848-817F-2FA0C7EE879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3580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3F5C2-97C2-7484-1889-FC63A9948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2F4F1D-CEF5-7BD5-95E1-A2608C00A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053E3-359F-4D1D-98E0-24765275FF3B}" type="datetimeFigureOut">
              <a:rPr lang="es-PE" smtClean="0"/>
              <a:t>31/05/2026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5C1D3-6B51-E29B-C62E-53237A63D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F4976-B44D-A5BE-D19F-67A144C69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8BF4-AA85-4848-817F-2FA0C7EE879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4378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B8058E-4380-9E93-7F6E-A253CB1D6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053E3-359F-4D1D-98E0-24765275FF3B}" type="datetimeFigureOut">
              <a:rPr lang="es-PE" smtClean="0"/>
              <a:t>31/05/2026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C9A419-DD5B-E531-2AAC-5C58BB7E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BCB27-BED0-2CBE-BF0D-0758E0D89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8BF4-AA85-4848-817F-2FA0C7EE879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43016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388E6-43CF-62A6-EE99-4B24438C4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14D7A-B2E5-64E0-60C6-B8F188964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81F69-B924-8728-BF57-CEBEB09EC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B3121-F0F4-D6D7-D584-73DA2FEC1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053E3-359F-4D1D-98E0-24765275FF3B}" type="datetimeFigureOut">
              <a:rPr lang="es-PE" smtClean="0"/>
              <a:t>31/05/2026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051FF-175A-0441-7F41-477A1C53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E11B4-2788-E762-E5CE-ACC281FC5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8BF4-AA85-4848-817F-2FA0C7EE879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22224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7DC68-6FB9-BCB9-02A0-0EF77E248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5D8338-30F8-8501-F094-A2C2805C0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0A8DC-22F5-9579-E0BB-512CA39C1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D518E-4463-DB0B-BF99-616A7E68A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053E3-359F-4D1D-98E0-24765275FF3B}" type="datetimeFigureOut">
              <a:rPr lang="es-PE" smtClean="0"/>
              <a:t>31/05/2026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A739F-2588-5A86-B470-F1E126676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93699-6CCB-A9E1-1915-0BD8D7E7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8BF4-AA85-4848-817F-2FA0C7EE879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4250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6465F-CA95-BE2C-DA6C-60F2E8B50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25525-5CCE-3427-97D4-4798912F8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36DE1-30C6-3DCA-7946-8D5D08B9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053E3-359F-4D1D-98E0-24765275FF3B}" type="datetimeFigureOut">
              <a:rPr lang="es-PE" smtClean="0"/>
              <a:t>31/05/2026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98263-8339-346C-462A-4F25EC49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66D69-889F-017F-CDA2-52F77EB79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8BF4-AA85-4848-817F-2FA0C7EE879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21808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83E9D2-1D07-AD7E-8A02-A114361AE7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6E933F-A409-281E-BCB4-581C705C5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E39F7-31A8-30D8-C907-EF416428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053E3-359F-4D1D-98E0-24765275FF3B}" type="datetimeFigureOut">
              <a:rPr lang="es-PE" smtClean="0"/>
              <a:t>31/05/2026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489DC-3A73-75BB-4E76-62C24B3FE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44AEA-A485-6A6E-9BDA-AE4C6ED9A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8BF4-AA85-4848-817F-2FA0C7EE879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51147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215BB6-1786-8D63-1EDD-6068A4ABD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85426-425D-5EC1-6768-E6C3999BE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3C1FA-7295-0A5A-DBF5-A04A34FBF9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053E3-359F-4D1D-98E0-24765275FF3B}" type="datetimeFigureOut">
              <a:rPr lang="es-PE" smtClean="0"/>
              <a:t>31/05/2026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418E6-386D-9A62-8B1F-9C261C721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D426A-D52A-B21D-1209-5447BB19B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98BF4-AA85-4848-817F-2FA0C7EE8794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93961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52797-BDFE-FF4B-BA1B-0C53D1E85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486938"/>
          </a:xfrm>
        </p:spPr>
        <p:txBody>
          <a:bodyPr>
            <a:noAutofit/>
          </a:bodyPr>
          <a:lstStyle/>
          <a:p>
            <a:r>
              <a:rPr lang="es-MX" sz="9600" dirty="0"/>
              <a:t>Epicteto y Plotino</a:t>
            </a:r>
            <a:endParaRPr lang="es-PE" sz="9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2CB11-C71E-FAB2-793E-7F3D5D612B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327648"/>
            <a:ext cx="9144000" cy="530352"/>
          </a:xfrm>
        </p:spPr>
        <p:txBody>
          <a:bodyPr>
            <a:normAutofit/>
          </a:bodyPr>
          <a:lstStyle/>
          <a:p>
            <a:r>
              <a:rPr lang="es-MX" dirty="0"/>
              <a:t>Contrabando de contenidos académicos</a:t>
            </a:r>
            <a:endParaRPr lang="es-P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CE8F59-6B46-AB0B-84CE-3F10063B1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497" y="1486939"/>
            <a:ext cx="9561005" cy="467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29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8C097A-CD0D-9328-8D22-5E9D2E57BB8B}"/>
              </a:ext>
            </a:extLst>
          </p:cNvPr>
          <p:cNvCxnSpPr/>
          <p:nvPr/>
        </p:nvCxnSpPr>
        <p:spPr>
          <a:xfrm>
            <a:off x="1207008" y="2779776"/>
            <a:ext cx="9436608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552296D-177E-134C-B73F-C3C64E922065}"/>
              </a:ext>
            </a:extLst>
          </p:cNvPr>
          <p:cNvCxnSpPr>
            <a:cxnSpLocks/>
          </p:cNvCxnSpPr>
          <p:nvPr/>
        </p:nvCxnSpPr>
        <p:spPr>
          <a:xfrm flipV="1">
            <a:off x="5913120" y="2380488"/>
            <a:ext cx="0" cy="55473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FBD62F-7359-E9D4-C3F2-D05E795D4506}"/>
              </a:ext>
            </a:extLst>
          </p:cNvPr>
          <p:cNvCxnSpPr>
            <a:cxnSpLocks/>
          </p:cNvCxnSpPr>
          <p:nvPr/>
        </p:nvCxnSpPr>
        <p:spPr>
          <a:xfrm flipV="1">
            <a:off x="3212592" y="2380488"/>
            <a:ext cx="0" cy="55473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65DB9E-1A10-0B60-9489-EB95FAEF29D1}"/>
              </a:ext>
            </a:extLst>
          </p:cNvPr>
          <p:cNvCxnSpPr>
            <a:cxnSpLocks/>
          </p:cNvCxnSpPr>
          <p:nvPr/>
        </p:nvCxnSpPr>
        <p:spPr>
          <a:xfrm flipV="1">
            <a:off x="8863584" y="2380488"/>
            <a:ext cx="0" cy="55473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0DDD542-2893-5BE1-0290-190F3A0248C2}"/>
              </a:ext>
            </a:extLst>
          </p:cNvPr>
          <p:cNvSpPr txBox="1"/>
          <p:nvPr/>
        </p:nvSpPr>
        <p:spPr>
          <a:xfrm>
            <a:off x="2834641" y="1321476"/>
            <a:ext cx="21396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dirty="0"/>
              <a:t>0</a:t>
            </a:r>
            <a:endParaRPr lang="es-PE" sz="6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653E06-A411-947D-82D6-1CFAB1C43D39}"/>
              </a:ext>
            </a:extLst>
          </p:cNvPr>
          <p:cNvSpPr txBox="1"/>
          <p:nvPr/>
        </p:nvSpPr>
        <p:spPr>
          <a:xfrm>
            <a:off x="8287513" y="1245954"/>
            <a:ext cx="21396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dirty="0"/>
              <a:t>270</a:t>
            </a:r>
            <a:endParaRPr lang="es-PE" sz="6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3E590B-82B7-7B3E-208A-2705AA4F1A55}"/>
              </a:ext>
            </a:extLst>
          </p:cNvPr>
          <p:cNvSpPr txBox="1"/>
          <p:nvPr/>
        </p:nvSpPr>
        <p:spPr>
          <a:xfrm>
            <a:off x="5239512" y="1245954"/>
            <a:ext cx="21396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dirty="0"/>
              <a:t>135</a:t>
            </a:r>
            <a:endParaRPr lang="es-PE" sz="6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C9C0B11-5192-1059-66E2-637FC4C2A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046" y="3172966"/>
            <a:ext cx="2505075" cy="274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D915383-8857-DE31-C823-BD983E2E4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777" y="3205650"/>
            <a:ext cx="2505070" cy="2743199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60A92ADB-3070-A6FC-C9AC-12EBF66D1E30}"/>
              </a:ext>
            </a:extLst>
          </p:cNvPr>
          <p:cNvSpPr txBox="1">
            <a:spLocks/>
          </p:cNvSpPr>
          <p:nvPr/>
        </p:nvSpPr>
        <p:spPr>
          <a:xfrm>
            <a:off x="5059869" y="5115555"/>
            <a:ext cx="5102353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Epicteto         Plotino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24802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338CC-A7E8-5851-EA0B-9023BC3C1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8896380-0263-B424-91B6-F35C4FD9C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47" y="1267122"/>
            <a:ext cx="2505070" cy="2743199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20003C4-E964-E3C4-CB11-DAFC9D29DE7A}"/>
              </a:ext>
            </a:extLst>
          </p:cNvPr>
          <p:cNvSpPr txBox="1">
            <a:spLocks/>
          </p:cNvSpPr>
          <p:nvPr/>
        </p:nvSpPr>
        <p:spPr>
          <a:xfrm>
            <a:off x="359853" y="-517149"/>
            <a:ext cx="5102353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Epicteto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839343-890D-AE76-C6FF-1810A7777A3E}"/>
              </a:ext>
            </a:extLst>
          </p:cNvPr>
          <p:cNvSpPr txBox="1">
            <a:spLocks/>
          </p:cNvSpPr>
          <p:nvPr/>
        </p:nvSpPr>
        <p:spPr>
          <a:xfrm>
            <a:off x="3310317" y="1536192"/>
            <a:ext cx="8083107" cy="471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Época helenística. Preocupaciones prácticas.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Esclavo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2 filósofos estoicos importantes: Marco Aurelio y Epicteto. (Emperador y esclavo)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Influenciado por Sócrates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Felicidad y libertad: Serenidad ante la adversidad.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Aceptar lo que no depende de nosotros.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Enfocarse en lo que depende de nosotros.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Fragmentos del Manual de Vida o Enquiridión.</a:t>
            </a:r>
          </a:p>
          <a:p>
            <a:endParaRPr lang="es-MX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MX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PE" sz="3200" dirty="0"/>
          </a:p>
        </p:txBody>
      </p:sp>
    </p:spTree>
    <p:extLst>
      <p:ext uri="{BB962C8B-B14F-4D97-AF65-F5344CB8AC3E}">
        <p14:creationId xmlns:p14="http://schemas.microsoft.com/office/powerpoint/2010/main" val="2891658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23697-8EC5-FAE7-44C6-1A78A95B4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EBCBE87-1332-008D-D3BB-2651BF643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53" y="1252726"/>
            <a:ext cx="2505075" cy="2743200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01B4A6D8-99DF-8006-BFF1-E9F81246C7B3}"/>
              </a:ext>
            </a:extLst>
          </p:cNvPr>
          <p:cNvSpPr txBox="1">
            <a:spLocks/>
          </p:cNvSpPr>
          <p:nvPr/>
        </p:nvSpPr>
        <p:spPr>
          <a:xfrm>
            <a:off x="359853" y="-517149"/>
            <a:ext cx="5102353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Plotino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9F4219-082A-BE3C-5ED0-05AF58FC5A85}"/>
              </a:ext>
            </a:extLst>
          </p:cNvPr>
          <p:cNvSpPr txBox="1">
            <a:spLocks/>
          </p:cNvSpPr>
          <p:nvPr/>
        </p:nvSpPr>
        <p:spPr>
          <a:xfrm>
            <a:off x="3310317" y="1536192"/>
            <a:ext cx="8083107" cy="471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Nacido y criado en el Egipto romano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Neoplatonismo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Su obra fue recopilada y compilada por su discípulo, Porfirio.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Las Enéadas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Visión metafísica de la realidad.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Estructura Jerárquica del universo.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Virtud: ser como los dioses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Lo uno: de lo que emana lo demás.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3 realidades primordiales: hipóstasis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Emanan una de otra, como la radiación de una energía divina.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200" dirty="0"/>
              <a:t>El uno, o el bien. El </a:t>
            </a:r>
            <a:r>
              <a:rPr lang="es-MX" sz="3200" dirty="0" err="1"/>
              <a:t>nous</a:t>
            </a:r>
            <a:r>
              <a:rPr lang="es-MX" sz="3200" dirty="0"/>
              <a:t>, espíritu o inteligencia y el Alma.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MX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PE" sz="3200" dirty="0"/>
          </a:p>
        </p:txBody>
      </p:sp>
    </p:spTree>
    <p:extLst>
      <p:ext uri="{BB962C8B-B14F-4D97-AF65-F5344CB8AC3E}">
        <p14:creationId xmlns:p14="http://schemas.microsoft.com/office/powerpoint/2010/main" val="3069210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159</Words>
  <Application>Microsoft Office PowerPoint</Application>
  <PresentationFormat>Widescreen</PresentationFormat>
  <Paragraphs>31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Epicteto y Plotino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F. Garcìa Alcalà</dc:creator>
  <cp:lastModifiedBy>F. Garcìa Alcalà</cp:lastModifiedBy>
  <cp:revision>3</cp:revision>
  <dcterms:created xsi:type="dcterms:W3CDTF">2026-05-31T17:20:45Z</dcterms:created>
  <dcterms:modified xsi:type="dcterms:W3CDTF">2026-06-01T05:03:06Z</dcterms:modified>
</cp:coreProperties>
</file>