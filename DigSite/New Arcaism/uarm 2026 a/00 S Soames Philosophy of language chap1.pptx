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2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1" r:id="rId4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4660"/>
  </p:normalViewPr>
  <p:slideViewPr>
    <p:cSldViewPr snapToGrid="0">
      <p:cViewPr varScale="1">
        <p:scale>
          <a:sx n="57" d="100"/>
          <a:sy n="57" d="100"/>
        </p:scale>
        <p:origin x="9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80DC4-82CB-385A-5C5B-2866392F6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62B9F-15F8-6CBD-4E5C-B942ADBE4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00E2A-D1F3-13F0-60BE-197F7650C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092E-6868-4AE1-9299-FB7C399E224F}" type="datetimeFigureOut">
              <a:rPr lang="es-PE" smtClean="0"/>
              <a:t>8/05/2026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F2622-2876-7204-6105-01D20CE0D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BE27F-EA44-B9D6-AA60-1F73C1EB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6ED8A-5E17-4EDB-B90D-D5EED089DAB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7038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555B-61FE-129F-954F-4D3688A57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07493-B7D6-3C13-32C0-BAB4BA467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0451F-72E2-1A9D-421D-5655297FF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092E-6868-4AE1-9299-FB7C399E224F}" type="datetimeFigureOut">
              <a:rPr lang="es-PE" smtClean="0"/>
              <a:t>8/05/2026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CA0DC-F80B-7477-F171-E8AEBFDDE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593C0-C975-2C2E-779D-60DB1B30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6ED8A-5E17-4EDB-B90D-D5EED089DAB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104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2F61-8ECB-FA00-5B3A-8C32D3F96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4A906-C9EB-EC74-D57F-F7EE80551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75F55-F6F1-445B-CF47-E89F2078A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092E-6868-4AE1-9299-FB7C399E224F}" type="datetimeFigureOut">
              <a:rPr lang="es-PE" smtClean="0"/>
              <a:t>8/05/2026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23129-B3A0-C25D-14A1-5B0BF3FB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3F859-FEA6-F42A-CC21-9AA09040E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6ED8A-5E17-4EDB-B90D-D5EED089DAB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6985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3A31-D3BE-740F-A918-4260335D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13E07-92A8-1838-22A8-1DB05EC0B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A6B6E-7CE7-1B2B-D89B-4ED67E7F8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74BC9-7B12-E917-AEF0-B5AF9C3C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092E-6868-4AE1-9299-FB7C399E224F}" type="datetimeFigureOut">
              <a:rPr lang="es-PE" smtClean="0"/>
              <a:t>8/05/2026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0580F-AEA5-F5AD-EB08-394BBD032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FD586-5EA1-A115-F4E5-0D772057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6ED8A-5E17-4EDB-B90D-D5EED089DAB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8837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29412-B498-CE08-42B4-D6E65035C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906CB-A570-C083-2B19-60D3FCEC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D9995-6D4A-32B5-AD82-F57B3DE4D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AF040C-CC42-9ACF-1DD3-C4A97DBC8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94E136-6CD6-4569-3C6C-DAF0772A9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B4EC0-A43B-2AB2-4795-083050346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092E-6868-4AE1-9299-FB7C399E224F}" type="datetimeFigureOut">
              <a:rPr lang="es-PE" smtClean="0"/>
              <a:t>8/05/2026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A5E49-1DEC-57D9-F25D-50CAF0B4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E12D1-85F2-D4DA-664F-649E18055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6ED8A-5E17-4EDB-B90D-D5EED089DAB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0225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69A11-6E61-4D36-C33E-418E095CB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FA059-3427-8071-0189-9A66FBF57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092E-6868-4AE1-9299-FB7C399E224F}" type="datetimeFigureOut">
              <a:rPr lang="es-PE" smtClean="0"/>
              <a:t>8/05/2026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424553-A649-8517-3515-2ADEE45CB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336A7-1595-0944-8CE7-E3ED13EC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6ED8A-5E17-4EDB-B90D-D5EED089DAB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86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AB56B-653C-0FF8-2F65-64350A3BB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092E-6868-4AE1-9299-FB7C399E224F}" type="datetimeFigureOut">
              <a:rPr lang="es-PE" smtClean="0"/>
              <a:t>8/05/2026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C46955-784E-4E8D-BB53-D9995863D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5CF29-D57D-1EA2-6559-A35205B5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6ED8A-5E17-4EDB-B90D-D5EED089DAB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8880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F1BEA-D665-560E-AD05-3B640A587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C97D7-2886-E2CA-4D8F-B1EFEA0FC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CE9B9-6903-483D-AEAF-512B20796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58398-0605-D44D-8051-288AD0359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092E-6868-4AE1-9299-FB7C399E224F}" type="datetimeFigureOut">
              <a:rPr lang="es-PE" smtClean="0"/>
              <a:t>8/05/2026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346C20-C069-0CE1-628A-44D984DE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19DEC-AA31-EB36-B44B-042CF451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6ED8A-5E17-4EDB-B90D-D5EED089DAB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155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2FFAD-0D5C-EAF2-2F14-270E0AFA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9FC353-2050-242D-C8D9-4FB0D3673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7EE84-2295-50EC-B5E5-334FA7768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BBC3E-BC24-50A5-42C9-27665F61B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092E-6868-4AE1-9299-FB7C399E224F}" type="datetimeFigureOut">
              <a:rPr lang="es-PE" smtClean="0"/>
              <a:t>8/05/2026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22ACB-7703-FC80-5505-AA2167DAB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AA2A2-6C24-F088-1729-2800EB88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6ED8A-5E17-4EDB-B90D-D5EED089DAB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40354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50D44-3860-2724-04FD-C03EC506D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90416-DA33-D6AC-7930-98D936408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9F2CE-E882-279D-989A-D45FA9DD1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092E-6868-4AE1-9299-FB7C399E224F}" type="datetimeFigureOut">
              <a:rPr lang="es-PE" smtClean="0"/>
              <a:t>8/05/2026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A1DE3-9C5C-2847-251A-AABF3D3F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7BBD3-77CD-799A-26D4-5C7A686A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6ED8A-5E17-4EDB-B90D-D5EED089DAB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9473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1CC3E-8FA0-5389-E126-D6192A9FF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63F2D-2F05-FEE0-2D15-31DC2DC4B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667AF-4A78-9ED6-9AD5-F77E0D54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7092E-6868-4AE1-9299-FB7C399E224F}" type="datetimeFigureOut">
              <a:rPr lang="es-PE" smtClean="0"/>
              <a:t>8/05/2026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9E642-819B-B144-B86D-DA528564E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4F81E-AD57-4286-6F29-4B5E2B65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6ED8A-5E17-4EDB-B90D-D5EED089DAB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5194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BFCAE-A760-B87B-2D8B-0B34093B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AE5E1-BF54-B914-D234-F82CBC21C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B4BB9-E650-74F4-CB12-78F921F3F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7092E-6868-4AE1-9299-FB7C399E224F}" type="datetimeFigureOut">
              <a:rPr lang="es-PE" smtClean="0"/>
              <a:t>8/05/2026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AEEE6-C62D-0339-B1B1-17A0F600B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16188-C070-76DC-B59C-0FF9E1071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6ED8A-5E17-4EDB-B90D-D5EED089DABA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30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BA9AEBA-B8FC-9AF9-C4E5-58DC957C8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780" y="3429000"/>
            <a:ext cx="6549460" cy="25575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BD446E-7D7C-B43A-BEB2-4A7395FC4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488" y="499880"/>
            <a:ext cx="5481638" cy="29291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47DFB4-0AE2-8F65-8C3B-A92B777F6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77" y="5787706"/>
            <a:ext cx="10474046" cy="95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98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1BA5AD-3428-891F-D26F-E5F7338EA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2771774"/>
            <a:ext cx="10956374" cy="3076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77578D-9FF6-EEF6-C434-C5601708C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83" y="266701"/>
            <a:ext cx="11203678" cy="14858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75CF88-E292-C90F-A7B0-69728E45CEE1}"/>
              </a:ext>
            </a:extLst>
          </p:cNvPr>
          <p:cNvSpPr/>
          <p:nvPr/>
        </p:nvSpPr>
        <p:spPr>
          <a:xfrm>
            <a:off x="433387" y="2771774"/>
            <a:ext cx="747713" cy="523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9D644D-A1A9-E82D-14AF-E964790C7098}"/>
              </a:ext>
            </a:extLst>
          </p:cNvPr>
          <p:cNvSpPr/>
          <p:nvPr/>
        </p:nvSpPr>
        <p:spPr>
          <a:xfrm flipH="1">
            <a:off x="3352800" y="5324473"/>
            <a:ext cx="8036960" cy="5238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44472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A2FF-7DA6-44DE-1C3B-1D8A39BF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9A9F56-D1F9-E54A-3790-807B6B1CE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4" y="4124324"/>
            <a:ext cx="9942549" cy="2238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63418D-F69C-0DAE-490B-B66C02519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61951"/>
            <a:ext cx="6953250" cy="2689810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83742CE5-0203-9F33-00C1-57D96AB4A80A}"/>
              </a:ext>
            </a:extLst>
          </p:cNvPr>
          <p:cNvSpPr/>
          <p:nvPr/>
        </p:nvSpPr>
        <p:spPr>
          <a:xfrm>
            <a:off x="4431323" y="2039815"/>
            <a:ext cx="2630659" cy="7033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D7D93B-9096-FA95-408A-223A2F1C647D}"/>
              </a:ext>
            </a:extLst>
          </p:cNvPr>
          <p:cNvSpPr txBox="1"/>
          <p:nvPr/>
        </p:nvSpPr>
        <p:spPr>
          <a:xfrm>
            <a:off x="7486944" y="837235"/>
            <a:ext cx="358726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G. Frege</a:t>
            </a:r>
          </a:p>
          <a:p>
            <a:r>
              <a:rPr lang="es-MX" sz="2800" dirty="0">
                <a:solidFill>
                  <a:srgbClr val="FF0000"/>
                </a:solidFill>
              </a:rPr>
              <a:t>B. Russell</a:t>
            </a:r>
          </a:p>
          <a:p>
            <a:r>
              <a:rPr lang="es-MX" sz="2800" dirty="0">
                <a:solidFill>
                  <a:srgbClr val="FF0000"/>
                </a:solidFill>
              </a:rPr>
              <a:t>A. Tarski</a:t>
            </a:r>
          </a:p>
          <a:p>
            <a:r>
              <a:rPr lang="es-MX" sz="2800" dirty="0">
                <a:solidFill>
                  <a:srgbClr val="FF0000"/>
                </a:solidFill>
              </a:rPr>
              <a:t>R. Carnap</a:t>
            </a:r>
          </a:p>
          <a:p>
            <a:r>
              <a:rPr lang="es-MX" sz="2800" dirty="0">
                <a:solidFill>
                  <a:srgbClr val="FF0000"/>
                </a:solidFill>
              </a:rPr>
              <a:t>D. Davidson</a:t>
            </a:r>
          </a:p>
          <a:p>
            <a:r>
              <a:rPr lang="es-MX" sz="2800" dirty="0">
                <a:solidFill>
                  <a:srgbClr val="FF0000"/>
                </a:solidFill>
              </a:rPr>
              <a:t>S. Kripke</a:t>
            </a:r>
          </a:p>
          <a:p>
            <a:r>
              <a:rPr lang="es-MX" sz="2800" dirty="0">
                <a:solidFill>
                  <a:srgbClr val="FF0000"/>
                </a:solidFill>
              </a:rPr>
              <a:t>Otros</a:t>
            </a:r>
          </a:p>
          <a:p>
            <a:r>
              <a:rPr lang="es-MX" sz="2000" dirty="0">
                <a:solidFill>
                  <a:srgbClr val="FF0000"/>
                </a:solidFill>
              </a:rPr>
              <a:t>“once </a:t>
            </a:r>
            <a:r>
              <a:rPr lang="es-MX" sz="2000" dirty="0" err="1">
                <a:solidFill>
                  <a:srgbClr val="FF0000"/>
                </a:solidFill>
              </a:rPr>
              <a:t>influential</a:t>
            </a:r>
            <a:r>
              <a:rPr lang="es-MX" sz="2000" dirty="0">
                <a:solidFill>
                  <a:srgbClr val="FF0000"/>
                </a:solidFill>
              </a:rPr>
              <a:t> quinean </a:t>
            </a:r>
            <a:r>
              <a:rPr lang="es-MX" sz="2000" dirty="0" err="1">
                <a:solidFill>
                  <a:srgbClr val="FF0000"/>
                </a:solidFill>
              </a:rPr>
              <a:t>skepticism</a:t>
            </a:r>
            <a:r>
              <a:rPr lang="es-MX" sz="2000" dirty="0">
                <a:solidFill>
                  <a:srgbClr val="FF0000"/>
                </a:solidFill>
              </a:rPr>
              <a:t> </a:t>
            </a:r>
            <a:r>
              <a:rPr lang="es-MX" sz="2000" dirty="0" err="1">
                <a:solidFill>
                  <a:srgbClr val="FF0000"/>
                </a:solidFill>
              </a:rPr>
              <a:t>about</a:t>
            </a:r>
            <a:r>
              <a:rPr lang="es-MX" sz="2000" dirty="0">
                <a:solidFill>
                  <a:srgbClr val="FF0000"/>
                </a:solidFill>
              </a:rPr>
              <a:t> </a:t>
            </a:r>
            <a:r>
              <a:rPr lang="es-MX" sz="2000" dirty="0" err="1">
                <a:solidFill>
                  <a:srgbClr val="FF0000"/>
                </a:solidFill>
              </a:rPr>
              <a:t>meaning</a:t>
            </a:r>
            <a:r>
              <a:rPr lang="es-MX" sz="2000" dirty="0">
                <a:solidFill>
                  <a:srgbClr val="FF0000"/>
                </a:solidFill>
              </a:rPr>
              <a:t>”</a:t>
            </a:r>
            <a:endParaRPr lang="es-PE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294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131F1F-2415-5E78-7D11-B17D403F4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71449"/>
            <a:ext cx="9239250" cy="646747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3BD33C-744A-ECC0-11A5-2A46909D8B18}"/>
              </a:ext>
            </a:extLst>
          </p:cNvPr>
          <p:cNvCxnSpPr/>
          <p:nvPr/>
        </p:nvCxnSpPr>
        <p:spPr>
          <a:xfrm>
            <a:off x="5181600" y="2838450"/>
            <a:ext cx="5334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260790-5961-2E17-EEE7-60B0E5FFFD5C}"/>
              </a:ext>
            </a:extLst>
          </p:cNvPr>
          <p:cNvCxnSpPr>
            <a:cxnSpLocks/>
          </p:cNvCxnSpPr>
          <p:nvPr/>
        </p:nvCxnSpPr>
        <p:spPr>
          <a:xfrm>
            <a:off x="1466850" y="3276600"/>
            <a:ext cx="12954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416F6E-6857-4242-C105-97030B43DF3E}"/>
              </a:ext>
            </a:extLst>
          </p:cNvPr>
          <p:cNvCxnSpPr>
            <a:cxnSpLocks/>
          </p:cNvCxnSpPr>
          <p:nvPr/>
        </p:nvCxnSpPr>
        <p:spPr>
          <a:xfrm>
            <a:off x="5886450" y="3276600"/>
            <a:ext cx="44958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E7AD337-2450-1B00-134B-E98D5C7B9D24}"/>
              </a:ext>
            </a:extLst>
          </p:cNvPr>
          <p:cNvCxnSpPr>
            <a:cxnSpLocks/>
          </p:cNvCxnSpPr>
          <p:nvPr/>
        </p:nvCxnSpPr>
        <p:spPr>
          <a:xfrm>
            <a:off x="1466850" y="3714750"/>
            <a:ext cx="539115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A00C91-529F-3B24-9453-FF68EDE8D590}"/>
              </a:ext>
            </a:extLst>
          </p:cNvPr>
          <p:cNvCxnSpPr>
            <a:cxnSpLocks/>
          </p:cNvCxnSpPr>
          <p:nvPr/>
        </p:nvCxnSpPr>
        <p:spPr>
          <a:xfrm>
            <a:off x="7696200" y="3714750"/>
            <a:ext cx="268605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A634F6-3E8E-0296-A2A8-B39260D6C64D}"/>
              </a:ext>
            </a:extLst>
          </p:cNvPr>
          <p:cNvCxnSpPr>
            <a:cxnSpLocks/>
          </p:cNvCxnSpPr>
          <p:nvPr/>
        </p:nvCxnSpPr>
        <p:spPr>
          <a:xfrm>
            <a:off x="1466850" y="4076700"/>
            <a:ext cx="325755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45E0B5A-38D6-9261-6626-E7A0E42AC764}"/>
              </a:ext>
            </a:extLst>
          </p:cNvPr>
          <p:cNvCxnSpPr>
            <a:cxnSpLocks/>
          </p:cNvCxnSpPr>
          <p:nvPr/>
        </p:nvCxnSpPr>
        <p:spPr>
          <a:xfrm>
            <a:off x="1600200" y="4857750"/>
            <a:ext cx="805815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2B7B6FF-8F6C-1FC5-55C7-60FFC69B04C5}"/>
              </a:ext>
            </a:extLst>
          </p:cNvPr>
          <p:cNvCxnSpPr>
            <a:cxnSpLocks/>
          </p:cNvCxnSpPr>
          <p:nvPr/>
        </p:nvCxnSpPr>
        <p:spPr>
          <a:xfrm>
            <a:off x="8934450" y="4514850"/>
            <a:ext cx="158115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3584127-B04F-A03B-53D5-BEC8ED8A5CCA}"/>
              </a:ext>
            </a:extLst>
          </p:cNvPr>
          <p:cNvCxnSpPr>
            <a:cxnSpLocks/>
          </p:cNvCxnSpPr>
          <p:nvPr/>
        </p:nvCxnSpPr>
        <p:spPr>
          <a:xfrm>
            <a:off x="2476500" y="5295900"/>
            <a:ext cx="790575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5865BD1-7E11-35AC-642B-11CE2473A87A}"/>
              </a:ext>
            </a:extLst>
          </p:cNvPr>
          <p:cNvCxnSpPr>
            <a:cxnSpLocks/>
          </p:cNvCxnSpPr>
          <p:nvPr/>
        </p:nvCxnSpPr>
        <p:spPr>
          <a:xfrm>
            <a:off x="1600200" y="5734050"/>
            <a:ext cx="805815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11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6E091-F2B1-2C39-EF64-3BB42F2B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D95D7-D0C8-FB3C-9C31-AC5371DA6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4" y="192666"/>
            <a:ext cx="10963275" cy="647266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0221A1-E221-F74C-D699-8A42C480E622}"/>
              </a:ext>
            </a:extLst>
          </p:cNvPr>
          <p:cNvCxnSpPr>
            <a:cxnSpLocks/>
          </p:cNvCxnSpPr>
          <p:nvPr/>
        </p:nvCxnSpPr>
        <p:spPr>
          <a:xfrm>
            <a:off x="933450" y="666750"/>
            <a:ext cx="102108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01C749-0355-84CA-181F-A21C949C7E52}"/>
              </a:ext>
            </a:extLst>
          </p:cNvPr>
          <p:cNvCxnSpPr>
            <a:cxnSpLocks/>
          </p:cNvCxnSpPr>
          <p:nvPr/>
        </p:nvCxnSpPr>
        <p:spPr>
          <a:xfrm>
            <a:off x="447674" y="1085850"/>
            <a:ext cx="713422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6060E2F-5F37-B100-C4B4-54DFE50D0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0"/>
            <a:ext cx="1000125" cy="89200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83A6DAF-C4E1-31C3-6AF6-1CBB69AC48F6}"/>
              </a:ext>
            </a:extLst>
          </p:cNvPr>
          <p:cNvSpPr/>
          <p:nvPr/>
        </p:nvSpPr>
        <p:spPr>
          <a:xfrm>
            <a:off x="447674" y="2628899"/>
            <a:ext cx="11315702" cy="40364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D800136-67C2-1346-FCC2-322489FCF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376" y="2822747"/>
            <a:ext cx="8087048" cy="393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36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82125B-B4B4-93D7-C924-4C61026DF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5" y="1297781"/>
            <a:ext cx="11979269" cy="426243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EA20D9-2945-8BE2-40E0-940323385088}"/>
              </a:ext>
            </a:extLst>
          </p:cNvPr>
          <p:cNvCxnSpPr>
            <a:cxnSpLocks/>
          </p:cNvCxnSpPr>
          <p:nvPr/>
        </p:nvCxnSpPr>
        <p:spPr>
          <a:xfrm>
            <a:off x="416677" y="1829769"/>
            <a:ext cx="112690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299AEC-A376-3B3A-B841-15CA4BB03541}"/>
              </a:ext>
            </a:extLst>
          </p:cNvPr>
          <p:cNvCxnSpPr>
            <a:cxnSpLocks/>
          </p:cNvCxnSpPr>
          <p:nvPr/>
        </p:nvCxnSpPr>
        <p:spPr>
          <a:xfrm>
            <a:off x="416677" y="2899152"/>
            <a:ext cx="713422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38B4A8-5538-0C20-CEE9-50D5212D2B58}"/>
              </a:ext>
            </a:extLst>
          </p:cNvPr>
          <p:cNvCxnSpPr>
            <a:cxnSpLocks/>
          </p:cNvCxnSpPr>
          <p:nvPr/>
        </p:nvCxnSpPr>
        <p:spPr>
          <a:xfrm>
            <a:off x="4711485" y="2403206"/>
            <a:ext cx="697423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8DA61A-7764-9411-7DDA-A785A4D25601}"/>
              </a:ext>
            </a:extLst>
          </p:cNvPr>
          <p:cNvCxnSpPr>
            <a:cxnSpLocks/>
          </p:cNvCxnSpPr>
          <p:nvPr/>
        </p:nvCxnSpPr>
        <p:spPr>
          <a:xfrm>
            <a:off x="7914628" y="3429000"/>
            <a:ext cx="377109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EAAE5B-5B7B-4A6F-AF59-2D526C247BD1}"/>
              </a:ext>
            </a:extLst>
          </p:cNvPr>
          <p:cNvCxnSpPr>
            <a:cxnSpLocks/>
          </p:cNvCxnSpPr>
          <p:nvPr/>
        </p:nvCxnSpPr>
        <p:spPr>
          <a:xfrm>
            <a:off x="416677" y="3922362"/>
            <a:ext cx="448078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BDDE5D-DEF3-65AA-0A4E-222052E43B39}"/>
              </a:ext>
            </a:extLst>
          </p:cNvPr>
          <p:cNvCxnSpPr>
            <a:cxnSpLocks/>
          </p:cNvCxnSpPr>
          <p:nvPr/>
        </p:nvCxnSpPr>
        <p:spPr>
          <a:xfrm>
            <a:off x="5172073" y="3952066"/>
            <a:ext cx="662213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E68B0BF-3C34-BB7B-85CD-1547D92D5D4E}"/>
              </a:ext>
            </a:extLst>
          </p:cNvPr>
          <p:cNvCxnSpPr>
            <a:cxnSpLocks/>
          </p:cNvCxnSpPr>
          <p:nvPr/>
        </p:nvCxnSpPr>
        <p:spPr>
          <a:xfrm>
            <a:off x="416677" y="4507422"/>
            <a:ext cx="113775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0F0215-AA7F-4BC7-740E-611BE20A2014}"/>
              </a:ext>
            </a:extLst>
          </p:cNvPr>
          <p:cNvCxnSpPr>
            <a:cxnSpLocks/>
          </p:cNvCxnSpPr>
          <p:nvPr/>
        </p:nvCxnSpPr>
        <p:spPr>
          <a:xfrm>
            <a:off x="407233" y="4969788"/>
            <a:ext cx="113775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D0C358D-4A33-3C8F-36D7-20368C5AAC79}"/>
              </a:ext>
            </a:extLst>
          </p:cNvPr>
          <p:cNvCxnSpPr>
            <a:cxnSpLocks/>
          </p:cNvCxnSpPr>
          <p:nvPr/>
        </p:nvCxnSpPr>
        <p:spPr>
          <a:xfrm>
            <a:off x="407233" y="5560219"/>
            <a:ext cx="317287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63198E3-BC42-8DD9-A3AC-AAABF833C8B9}"/>
              </a:ext>
            </a:extLst>
          </p:cNvPr>
          <p:cNvSpPr/>
          <p:nvPr/>
        </p:nvSpPr>
        <p:spPr>
          <a:xfrm>
            <a:off x="7036231" y="1297781"/>
            <a:ext cx="2944677" cy="51497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8FBBED-2382-C2B0-A0D4-970F68DEA6F7}"/>
              </a:ext>
            </a:extLst>
          </p:cNvPr>
          <p:cNvSpPr/>
          <p:nvPr/>
        </p:nvSpPr>
        <p:spPr>
          <a:xfrm>
            <a:off x="416677" y="4505259"/>
            <a:ext cx="3566387" cy="51497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2701FC-9439-8D93-7CF0-23600052B7D4}"/>
              </a:ext>
            </a:extLst>
          </p:cNvPr>
          <p:cNvSpPr/>
          <p:nvPr/>
        </p:nvSpPr>
        <p:spPr>
          <a:xfrm>
            <a:off x="5172073" y="4017755"/>
            <a:ext cx="3987425" cy="51497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96AB4E-ADBC-0243-89BD-2C9C4FBFC019}"/>
              </a:ext>
            </a:extLst>
          </p:cNvPr>
          <p:cNvSpPr/>
          <p:nvPr/>
        </p:nvSpPr>
        <p:spPr>
          <a:xfrm>
            <a:off x="416677" y="5031657"/>
            <a:ext cx="3163431" cy="51497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086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280D6-862D-4555-A052-744AA99E7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88" y="1131376"/>
            <a:ext cx="12083512" cy="509208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s-MX" sz="41200" dirty="0"/>
              <a:t>(   </a:t>
            </a:r>
            <a:r>
              <a:rPr lang="es-MX" sz="85400" dirty="0"/>
              <a:t>       </a:t>
            </a:r>
            <a:r>
              <a:rPr lang="es-MX" sz="41200" dirty="0"/>
              <a:t>    )</a:t>
            </a:r>
            <a:endParaRPr lang="es-PE" sz="4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3A429-2328-9F03-4B03-87A096CD5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2550"/>
            <a:ext cx="1457325" cy="1695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29D67A-AE63-FA96-1A8D-C6C6A2306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820" y="138317"/>
            <a:ext cx="7200658" cy="55483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589BC4-5D71-BE4B-FE3F-1ABAED429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843" y="6147053"/>
            <a:ext cx="7921382" cy="57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64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79789F-D3DB-97CE-791D-CC0C6DF58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11" y="1557095"/>
            <a:ext cx="10815154" cy="48001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59C050-556B-5DAE-DE0B-2D3D62528C3A}"/>
              </a:ext>
            </a:extLst>
          </p:cNvPr>
          <p:cNvSpPr/>
          <p:nvPr/>
        </p:nvSpPr>
        <p:spPr>
          <a:xfrm>
            <a:off x="8276095" y="5842861"/>
            <a:ext cx="3118994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65E417-385D-4521-C984-5AB1486C2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984" y="378231"/>
            <a:ext cx="5365008" cy="7769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2FCA40-D885-EA45-05A4-57984A0DF1DA}"/>
              </a:ext>
            </a:extLst>
          </p:cNvPr>
          <p:cNvCxnSpPr>
            <a:cxnSpLocks/>
          </p:cNvCxnSpPr>
          <p:nvPr/>
        </p:nvCxnSpPr>
        <p:spPr>
          <a:xfrm>
            <a:off x="1534333" y="2031247"/>
            <a:ext cx="982592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377005-36A2-9E20-8197-4FB5AEEB8CE0}"/>
              </a:ext>
            </a:extLst>
          </p:cNvPr>
          <p:cNvCxnSpPr>
            <a:cxnSpLocks/>
          </p:cNvCxnSpPr>
          <p:nvPr/>
        </p:nvCxnSpPr>
        <p:spPr>
          <a:xfrm>
            <a:off x="911818" y="2462617"/>
            <a:ext cx="161440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FE1713-AD9B-BA24-A07D-68C2B410C472}"/>
              </a:ext>
            </a:extLst>
          </p:cNvPr>
          <p:cNvCxnSpPr>
            <a:cxnSpLocks/>
          </p:cNvCxnSpPr>
          <p:nvPr/>
        </p:nvCxnSpPr>
        <p:spPr>
          <a:xfrm>
            <a:off x="7919634" y="2462617"/>
            <a:ext cx="344062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B32AD2-E56C-E0FC-28AE-838598808FC8}"/>
              </a:ext>
            </a:extLst>
          </p:cNvPr>
          <p:cNvCxnSpPr>
            <a:cxnSpLocks/>
          </p:cNvCxnSpPr>
          <p:nvPr/>
        </p:nvCxnSpPr>
        <p:spPr>
          <a:xfrm>
            <a:off x="1020306" y="2940481"/>
            <a:ext cx="27302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911D32B-725F-D46A-8F87-91D96B00B12C}"/>
              </a:ext>
            </a:extLst>
          </p:cNvPr>
          <p:cNvCxnSpPr>
            <a:cxnSpLocks/>
          </p:cNvCxnSpPr>
          <p:nvPr/>
        </p:nvCxnSpPr>
        <p:spPr>
          <a:xfrm>
            <a:off x="10383864" y="3429000"/>
            <a:ext cx="81882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99864B-7287-F375-4960-7876E09835E5}"/>
              </a:ext>
            </a:extLst>
          </p:cNvPr>
          <p:cNvCxnSpPr>
            <a:cxnSpLocks/>
          </p:cNvCxnSpPr>
          <p:nvPr/>
        </p:nvCxnSpPr>
        <p:spPr>
          <a:xfrm>
            <a:off x="1020306" y="3906864"/>
            <a:ext cx="169189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E09059-530E-1D99-BA9F-72359CEC64FC}"/>
              </a:ext>
            </a:extLst>
          </p:cNvPr>
          <p:cNvCxnSpPr>
            <a:cxnSpLocks/>
          </p:cNvCxnSpPr>
          <p:nvPr/>
        </p:nvCxnSpPr>
        <p:spPr>
          <a:xfrm>
            <a:off x="3094496" y="4353732"/>
            <a:ext cx="81081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3354C2A-6EF0-B11A-53CE-E5F75FD4E0B5}"/>
              </a:ext>
            </a:extLst>
          </p:cNvPr>
          <p:cNvCxnSpPr>
            <a:cxnSpLocks/>
          </p:cNvCxnSpPr>
          <p:nvPr/>
        </p:nvCxnSpPr>
        <p:spPr>
          <a:xfrm>
            <a:off x="1020306" y="4816098"/>
            <a:ext cx="1018238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E849B73-A20C-66A1-5D74-036577D464AB}"/>
              </a:ext>
            </a:extLst>
          </p:cNvPr>
          <p:cNvCxnSpPr>
            <a:cxnSpLocks/>
          </p:cNvCxnSpPr>
          <p:nvPr/>
        </p:nvCxnSpPr>
        <p:spPr>
          <a:xfrm>
            <a:off x="911818" y="5827363"/>
            <a:ext cx="1018238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37D5ED8-150C-67C7-E248-7A11F78FE3F8}"/>
              </a:ext>
            </a:extLst>
          </p:cNvPr>
          <p:cNvCxnSpPr>
            <a:cxnSpLocks/>
          </p:cNvCxnSpPr>
          <p:nvPr/>
        </p:nvCxnSpPr>
        <p:spPr>
          <a:xfrm>
            <a:off x="1020306" y="5306878"/>
            <a:ext cx="1018238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0678BB-2EB5-1F74-E03D-BCCA504E9462}"/>
              </a:ext>
            </a:extLst>
          </p:cNvPr>
          <p:cNvCxnSpPr>
            <a:cxnSpLocks/>
          </p:cNvCxnSpPr>
          <p:nvPr/>
        </p:nvCxnSpPr>
        <p:spPr>
          <a:xfrm>
            <a:off x="1020306" y="6243234"/>
            <a:ext cx="725578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915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4DE2FE-C074-3416-C7C6-9A951147A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178" y="522582"/>
            <a:ext cx="6818363" cy="5313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01DA98-0605-A05A-DBC0-822A03AD9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59" y="945395"/>
            <a:ext cx="10547082" cy="15953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A36D9BC-DD23-7EE4-1987-DFB17283EF7A}"/>
              </a:ext>
            </a:extLst>
          </p:cNvPr>
          <p:cNvSpPr/>
          <p:nvPr/>
        </p:nvSpPr>
        <p:spPr>
          <a:xfrm>
            <a:off x="3740985" y="2026367"/>
            <a:ext cx="7628556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1FFB5E-F3C4-3DF2-1236-62E57F7E8F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231" y="2963565"/>
            <a:ext cx="5108870" cy="359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7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760DB-174E-8858-2AC9-9E94E2CD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E3D401-3756-BFD3-8EE4-B25C0D0BD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4" y="4124324"/>
            <a:ext cx="9942549" cy="2238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F4E274-DB2D-F7AA-2FFB-D16951ACB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61951"/>
            <a:ext cx="6953250" cy="2689810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F76C0E16-2090-87C5-FBDB-D0B334ECB159}"/>
              </a:ext>
            </a:extLst>
          </p:cNvPr>
          <p:cNvSpPr/>
          <p:nvPr/>
        </p:nvSpPr>
        <p:spPr>
          <a:xfrm>
            <a:off x="4431323" y="2039815"/>
            <a:ext cx="2630659" cy="7033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AAE57-5FD1-8C79-4D2D-170735A06A01}"/>
              </a:ext>
            </a:extLst>
          </p:cNvPr>
          <p:cNvSpPr txBox="1"/>
          <p:nvPr/>
        </p:nvSpPr>
        <p:spPr>
          <a:xfrm>
            <a:off x="7486944" y="837235"/>
            <a:ext cx="358726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rgbClr val="FF0000"/>
                </a:solidFill>
              </a:rPr>
              <a:t>G. Frege</a:t>
            </a:r>
          </a:p>
          <a:p>
            <a:r>
              <a:rPr lang="es-MX" sz="2800" dirty="0">
                <a:solidFill>
                  <a:srgbClr val="FF0000"/>
                </a:solidFill>
              </a:rPr>
              <a:t>B. Russell</a:t>
            </a:r>
          </a:p>
          <a:p>
            <a:r>
              <a:rPr lang="es-MX" sz="2800" dirty="0">
                <a:solidFill>
                  <a:srgbClr val="FF0000"/>
                </a:solidFill>
              </a:rPr>
              <a:t>A. Tarski</a:t>
            </a:r>
          </a:p>
          <a:p>
            <a:r>
              <a:rPr lang="es-MX" sz="2800" dirty="0">
                <a:solidFill>
                  <a:srgbClr val="FF0000"/>
                </a:solidFill>
              </a:rPr>
              <a:t>R. Carnap</a:t>
            </a:r>
          </a:p>
          <a:p>
            <a:r>
              <a:rPr lang="es-MX" sz="2800" dirty="0">
                <a:solidFill>
                  <a:srgbClr val="FF0000"/>
                </a:solidFill>
              </a:rPr>
              <a:t>D. Davidson</a:t>
            </a:r>
          </a:p>
          <a:p>
            <a:r>
              <a:rPr lang="es-MX" sz="2800" dirty="0">
                <a:solidFill>
                  <a:srgbClr val="FF0000"/>
                </a:solidFill>
              </a:rPr>
              <a:t>S. Kripke</a:t>
            </a:r>
          </a:p>
          <a:p>
            <a:r>
              <a:rPr lang="es-MX" sz="2800" dirty="0">
                <a:solidFill>
                  <a:srgbClr val="FF0000"/>
                </a:solidFill>
              </a:rPr>
              <a:t>Otros</a:t>
            </a:r>
          </a:p>
          <a:p>
            <a:r>
              <a:rPr lang="es-MX" sz="2000" dirty="0">
                <a:solidFill>
                  <a:srgbClr val="FF0000"/>
                </a:solidFill>
              </a:rPr>
              <a:t>“once </a:t>
            </a:r>
            <a:r>
              <a:rPr lang="es-MX" sz="2000" dirty="0" err="1">
                <a:solidFill>
                  <a:srgbClr val="FF0000"/>
                </a:solidFill>
              </a:rPr>
              <a:t>influential</a:t>
            </a:r>
            <a:r>
              <a:rPr lang="es-MX" sz="2000" dirty="0">
                <a:solidFill>
                  <a:srgbClr val="FF0000"/>
                </a:solidFill>
              </a:rPr>
              <a:t> quinean </a:t>
            </a:r>
            <a:r>
              <a:rPr lang="es-MX" sz="2000" dirty="0" err="1">
                <a:solidFill>
                  <a:srgbClr val="FF0000"/>
                </a:solidFill>
              </a:rPr>
              <a:t>skepticism</a:t>
            </a:r>
            <a:r>
              <a:rPr lang="es-MX" sz="2000" dirty="0">
                <a:solidFill>
                  <a:srgbClr val="FF0000"/>
                </a:solidFill>
              </a:rPr>
              <a:t> </a:t>
            </a:r>
            <a:r>
              <a:rPr lang="es-MX" sz="2000" dirty="0" err="1">
                <a:solidFill>
                  <a:srgbClr val="FF0000"/>
                </a:solidFill>
              </a:rPr>
              <a:t>about</a:t>
            </a:r>
            <a:r>
              <a:rPr lang="es-MX" sz="2000" dirty="0">
                <a:solidFill>
                  <a:srgbClr val="FF0000"/>
                </a:solidFill>
              </a:rPr>
              <a:t> </a:t>
            </a:r>
            <a:r>
              <a:rPr lang="es-MX" sz="2000" dirty="0" err="1">
                <a:solidFill>
                  <a:srgbClr val="FF0000"/>
                </a:solidFill>
              </a:rPr>
              <a:t>meaning</a:t>
            </a:r>
            <a:r>
              <a:rPr lang="es-MX" sz="2000" dirty="0">
                <a:solidFill>
                  <a:srgbClr val="FF0000"/>
                </a:solidFill>
              </a:rPr>
              <a:t>”</a:t>
            </a:r>
            <a:endParaRPr lang="es-PE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162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16DC0-FE16-A8A3-1100-8FD31BD16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E9464E-795A-1FCE-174A-273958DE3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372E26-076F-5DDB-CE37-DFC59454D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324" y="2621054"/>
            <a:ext cx="9695352" cy="161589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356C84-D546-F821-31E9-C45A2D1BA651}"/>
              </a:ext>
            </a:extLst>
          </p:cNvPr>
          <p:cNvCxnSpPr>
            <a:cxnSpLocks/>
          </p:cNvCxnSpPr>
          <p:nvPr/>
        </p:nvCxnSpPr>
        <p:spPr>
          <a:xfrm>
            <a:off x="2155209" y="4236946"/>
            <a:ext cx="185799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602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1987D-6196-691A-4E45-32E0A7B6F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B08DC0-E463-756E-FA3A-E1B2288B2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39B9CF-9EAD-1E11-021D-BFEE6AA49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534" y="0"/>
            <a:ext cx="5167466" cy="8612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BDF227-6AA5-143C-6659-B3D1BF231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427" y="2386588"/>
            <a:ext cx="9458389" cy="305166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7F7035-3677-9D6F-38FE-E711B10A57A0}"/>
              </a:ext>
            </a:extLst>
          </p:cNvPr>
          <p:cNvSpPr/>
          <p:nvPr/>
        </p:nvSpPr>
        <p:spPr>
          <a:xfrm>
            <a:off x="8139660" y="5054380"/>
            <a:ext cx="2456342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641833-0100-9701-3BF2-4A02B331DC40}"/>
              </a:ext>
            </a:extLst>
          </p:cNvPr>
          <p:cNvCxnSpPr>
            <a:cxnSpLocks/>
          </p:cNvCxnSpPr>
          <p:nvPr/>
        </p:nvCxnSpPr>
        <p:spPr>
          <a:xfrm>
            <a:off x="1203427" y="2903304"/>
            <a:ext cx="939257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B8D31B-12B1-A2C6-6F1C-F449E9EAB229}"/>
              </a:ext>
            </a:extLst>
          </p:cNvPr>
          <p:cNvCxnSpPr>
            <a:cxnSpLocks/>
          </p:cNvCxnSpPr>
          <p:nvPr/>
        </p:nvCxnSpPr>
        <p:spPr>
          <a:xfrm>
            <a:off x="1203427" y="3260656"/>
            <a:ext cx="939257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386A0B-FC3C-C45D-2FA7-83FABC72634F}"/>
              </a:ext>
            </a:extLst>
          </p:cNvPr>
          <p:cNvCxnSpPr>
            <a:cxnSpLocks/>
          </p:cNvCxnSpPr>
          <p:nvPr/>
        </p:nvCxnSpPr>
        <p:spPr>
          <a:xfrm>
            <a:off x="1203427" y="3702090"/>
            <a:ext cx="939257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0D3841-3839-24D8-15D6-A8BF73212154}"/>
              </a:ext>
            </a:extLst>
          </p:cNvPr>
          <p:cNvCxnSpPr>
            <a:cxnSpLocks/>
          </p:cNvCxnSpPr>
          <p:nvPr/>
        </p:nvCxnSpPr>
        <p:spPr>
          <a:xfrm>
            <a:off x="1203427" y="4159291"/>
            <a:ext cx="8476601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B1CBF0-BBF9-995B-D6E5-84B17FEE8CAF}"/>
              </a:ext>
            </a:extLst>
          </p:cNvPr>
          <p:cNvCxnSpPr>
            <a:cxnSpLocks/>
          </p:cNvCxnSpPr>
          <p:nvPr/>
        </p:nvCxnSpPr>
        <p:spPr>
          <a:xfrm>
            <a:off x="1765730" y="5438257"/>
            <a:ext cx="637393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906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5145-2C22-EC27-28C0-B983EE8E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B5727A-0805-616D-E20D-884F7D01A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CEF540-A3FB-2271-9B41-D1D60AD38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534" y="0"/>
            <a:ext cx="5167466" cy="8612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488FCB-439C-DAFF-E651-A76FD2631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073" y="1835592"/>
            <a:ext cx="10218218" cy="43634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656A81A-7065-88B4-7ECA-492D514EAA32}"/>
              </a:ext>
            </a:extLst>
          </p:cNvPr>
          <p:cNvSpPr/>
          <p:nvPr/>
        </p:nvSpPr>
        <p:spPr>
          <a:xfrm>
            <a:off x="1067073" y="1704156"/>
            <a:ext cx="7177517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154093-D0EE-2918-6D59-0974B127D258}"/>
              </a:ext>
            </a:extLst>
          </p:cNvPr>
          <p:cNvCxnSpPr>
            <a:cxnSpLocks/>
          </p:cNvCxnSpPr>
          <p:nvPr/>
        </p:nvCxnSpPr>
        <p:spPr>
          <a:xfrm>
            <a:off x="1590678" y="2714118"/>
            <a:ext cx="9392575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301E96-01DA-99A9-E023-D75FC0F11D9A}"/>
              </a:ext>
            </a:extLst>
          </p:cNvPr>
          <p:cNvCxnSpPr>
            <a:cxnSpLocks/>
          </p:cNvCxnSpPr>
          <p:nvPr/>
        </p:nvCxnSpPr>
        <p:spPr>
          <a:xfrm>
            <a:off x="1399712" y="3124021"/>
            <a:ext cx="9392575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2C3238-72D6-18E4-5BBE-8B5B27A4E5D0}"/>
              </a:ext>
            </a:extLst>
          </p:cNvPr>
          <p:cNvCxnSpPr>
            <a:cxnSpLocks/>
          </p:cNvCxnSpPr>
          <p:nvPr/>
        </p:nvCxnSpPr>
        <p:spPr>
          <a:xfrm>
            <a:off x="1399712" y="3596987"/>
            <a:ext cx="9392575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1DCF83-FE44-E20A-D9B7-5ACDE0F876AE}"/>
              </a:ext>
            </a:extLst>
          </p:cNvPr>
          <p:cNvCxnSpPr>
            <a:cxnSpLocks/>
          </p:cNvCxnSpPr>
          <p:nvPr/>
        </p:nvCxnSpPr>
        <p:spPr>
          <a:xfrm>
            <a:off x="1399712" y="4017400"/>
            <a:ext cx="5852426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025346-5943-79B5-3709-DD042F5EA247}"/>
              </a:ext>
            </a:extLst>
          </p:cNvPr>
          <p:cNvCxnSpPr>
            <a:cxnSpLocks/>
          </p:cNvCxnSpPr>
          <p:nvPr/>
        </p:nvCxnSpPr>
        <p:spPr>
          <a:xfrm>
            <a:off x="2040843" y="4868739"/>
            <a:ext cx="875144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9E75778-26C4-637F-67C8-01671845A130}"/>
              </a:ext>
            </a:extLst>
          </p:cNvPr>
          <p:cNvCxnSpPr>
            <a:cxnSpLocks/>
          </p:cNvCxnSpPr>
          <p:nvPr/>
        </p:nvCxnSpPr>
        <p:spPr>
          <a:xfrm>
            <a:off x="1150809" y="5352215"/>
            <a:ext cx="875144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33F679A-A497-0FD2-3947-123F9E4FD793}"/>
              </a:ext>
            </a:extLst>
          </p:cNvPr>
          <p:cNvCxnSpPr>
            <a:cxnSpLocks/>
          </p:cNvCxnSpPr>
          <p:nvPr/>
        </p:nvCxnSpPr>
        <p:spPr>
          <a:xfrm>
            <a:off x="5801710" y="5825181"/>
            <a:ext cx="518154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47D3FDC-B92F-AC74-37D6-B9AD459447CD}"/>
              </a:ext>
            </a:extLst>
          </p:cNvPr>
          <p:cNvCxnSpPr>
            <a:cxnSpLocks/>
          </p:cNvCxnSpPr>
          <p:nvPr/>
        </p:nvCxnSpPr>
        <p:spPr>
          <a:xfrm flipV="1">
            <a:off x="1235022" y="6199047"/>
            <a:ext cx="4860977" cy="1821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8C950A2B-A6A4-862C-409D-A73CE09BB9B9}"/>
              </a:ext>
            </a:extLst>
          </p:cNvPr>
          <p:cNvSpPr/>
          <p:nvPr/>
        </p:nvSpPr>
        <p:spPr>
          <a:xfrm>
            <a:off x="1226218" y="2308923"/>
            <a:ext cx="476798" cy="38698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AA582DC-3C66-FB11-B83C-36CD59E04744}"/>
              </a:ext>
            </a:extLst>
          </p:cNvPr>
          <p:cNvSpPr/>
          <p:nvPr/>
        </p:nvSpPr>
        <p:spPr>
          <a:xfrm>
            <a:off x="4655831" y="2727481"/>
            <a:ext cx="476798" cy="38698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0265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C699-D7A5-63F8-9065-21C1F1FA5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4BBDF2-BCF1-8EA9-21C1-116E0017E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B673B4-3A9A-37C5-4429-197E96C27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534" y="0"/>
            <a:ext cx="5167466" cy="8612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6AD2062-B0F2-9E1C-C8CF-A18201703599}"/>
              </a:ext>
            </a:extLst>
          </p:cNvPr>
          <p:cNvSpPr/>
          <p:nvPr/>
        </p:nvSpPr>
        <p:spPr>
          <a:xfrm>
            <a:off x="2429219" y="1650611"/>
            <a:ext cx="7177517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21EECE-2A66-C04E-F35F-9A57CB4E3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842" y="1485720"/>
            <a:ext cx="8789545" cy="47912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6E3BA-69D4-FE03-BCD9-027F9573E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0842" y="6222591"/>
            <a:ext cx="2774005" cy="51438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92A8E9B-D0A9-ED53-8B35-B0C36FC2C488}"/>
              </a:ext>
            </a:extLst>
          </p:cNvPr>
          <p:cNvCxnSpPr>
            <a:cxnSpLocks/>
          </p:cNvCxnSpPr>
          <p:nvPr/>
        </p:nvCxnSpPr>
        <p:spPr>
          <a:xfrm>
            <a:off x="4599389" y="2626419"/>
            <a:ext cx="706099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94B4FED-DAD4-6C36-4197-30C1ECE08817}"/>
              </a:ext>
            </a:extLst>
          </p:cNvPr>
          <p:cNvCxnSpPr>
            <a:cxnSpLocks/>
          </p:cNvCxnSpPr>
          <p:nvPr/>
        </p:nvCxnSpPr>
        <p:spPr>
          <a:xfrm>
            <a:off x="3033347" y="3062598"/>
            <a:ext cx="487148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A066E5-8B22-741E-B8FA-37457E03EBEA}"/>
              </a:ext>
            </a:extLst>
          </p:cNvPr>
          <p:cNvCxnSpPr>
            <a:cxnSpLocks/>
          </p:cNvCxnSpPr>
          <p:nvPr/>
        </p:nvCxnSpPr>
        <p:spPr>
          <a:xfrm>
            <a:off x="5319348" y="5017522"/>
            <a:ext cx="60696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1A1355-F4CA-B79F-D461-91FD8A1FC992}"/>
              </a:ext>
            </a:extLst>
          </p:cNvPr>
          <p:cNvCxnSpPr>
            <a:cxnSpLocks/>
          </p:cNvCxnSpPr>
          <p:nvPr/>
        </p:nvCxnSpPr>
        <p:spPr>
          <a:xfrm>
            <a:off x="2983143" y="5017522"/>
            <a:ext cx="20839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0C2814-B2B1-B82E-7926-FD5939132417}"/>
              </a:ext>
            </a:extLst>
          </p:cNvPr>
          <p:cNvCxnSpPr>
            <a:cxnSpLocks/>
          </p:cNvCxnSpPr>
          <p:nvPr/>
        </p:nvCxnSpPr>
        <p:spPr>
          <a:xfrm>
            <a:off x="2983143" y="5437936"/>
            <a:ext cx="104195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2EF146F-2AD6-E2EC-C042-C475E9C9AB95}"/>
              </a:ext>
            </a:extLst>
          </p:cNvPr>
          <p:cNvCxnSpPr>
            <a:cxnSpLocks/>
          </p:cNvCxnSpPr>
          <p:nvPr/>
        </p:nvCxnSpPr>
        <p:spPr>
          <a:xfrm>
            <a:off x="5319348" y="4271288"/>
            <a:ext cx="610216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F6C933-9591-8351-542D-D62A04F3C5E7}"/>
              </a:ext>
            </a:extLst>
          </p:cNvPr>
          <p:cNvCxnSpPr>
            <a:cxnSpLocks/>
          </p:cNvCxnSpPr>
          <p:nvPr/>
        </p:nvCxnSpPr>
        <p:spPr>
          <a:xfrm>
            <a:off x="2906268" y="5816308"/>
            <a:ext cx="455187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80E05CB-6829-0495-79B6-6240D21EEAED}"/>
              </a:ext>
            </a:extLst>
          </p:cNvPr>
          <p:cNvCxnSpPr>
            <a:cxnSpLocks/>
          </p:cNvCxnSpPr>
          <p:nvPr/>
        </p:nvCxnSpPr>
        <p:spPr>
          <a:xfrm>
            <a:off x="10758394" y="5437936"/>
            <a:ext cx="66311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D3F1261F-DF8F-B319-31DF-3027F280D3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732" y="1639053"/>
            <a:ext cx="2412533" cy="284708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4AC6206-6026-86A4-7090-D7BDF1F1C1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80" y="5404692"/>
            <a:ext cx="2213577" cy="82323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50E9B9B2-1371-985F-E2DF-F7A8959C2801}"/>
              </a:ext>
            </a:extLst>
          </p:cNvPr>
          <p:cNvSpPr/>
          <p:nvPr/>
        </p:nvSpPr>
        <p:spPr>
          <a:xfrm>
            <a:off x="6096000" y="1485720"/>
            <a:ext cx="4231341" cy="36818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035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5925D-9DCB-C79B-F25E-607F25347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CD0821-66A5-7D67-AB42-8DAB028E0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4377B1-17A2-7F1A-BCB2-63ACD4B9D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534" y="0"/>
            <a:ext cx="5167466" cy="8612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B5534D-4C27-E73E-CA3B-D0C589DD7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27" y="2515984"/>
            <a:ext cx="10718345" cy="295542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7AF75E-C516-DD2C-543E-AC6ABDCD48F5}"/>
              </a:ext>
            </a:extLst>
          </p:cNvPr>
          <p:cNvSpPr/>
          <p:nvPr/>
        </p:nvSpPr>
        <p:spPr>
          <a:xfrm>
            <a:off x="878541" y="2515984"/>
            <a:ext cx="3112895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C7CD73-5105-72EB-809D-4D74698F2233}"/>
              </a:ext>
            </a:extLst>
          </p:cNvPr>
          <p:cNvCxnSpPr>
            <a:cxnSpLocks/>
          </p:cNvCxnSpPr>
          <p:nvPr/>
        </p:nvCxnSpPr>
        <p:spPr>
          <a:xfrm>
            <a:off x="5846692" y="3030369"/>
            <a:ext cx="544883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ABC698-93E0-46E2-E4AE-CA56F1BFCB4B}"/>
              </a:ext>
            </a:extLst>
          </p:cNvPr>
          <p:cNvCxnSpPr>
            <a:cxnSpLocks/>
          </p:cNvCxnSpPr>
          <p:nvPr/>
        </p:nvCxnSpPr>
        <p:spPr>
          <a:xfrm>
            <a:off x="1050574" y="3456193"/>
            <a:ext cx="777069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DF480E-7867-1DB5-5E7F-60D4DE62DF4B}"/>
              </a:ext>
            </a:extLst>
          </p:cNvPr>
          <p:cNvCxnSpPr>
            <a:cxnSpLocks/>
          </p:cNvCxnSpPr>
          <p:nvPr/>
        </p:nvCxnSpPr>
        <p:spPr>
          <a:xfrm>
            <a:off x="989963" y="4401969"/>
            <a:ext cx="4191637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013573-2E48-930B-4826-A392443499C2}"/>
              </a:ext>
            </a:extLst>
          </p:cNvPr>
          <p:cNvCxnSpPr>
            <a:cxnSpLocks/>
          </p:cNvCxnSpPr>
          <p:nvPr/>
        </p:nvCxnSpPr>
        <p:spPr>
          <a:xfrm>
            <a:off x="9233647" y="3944769"/>
            <a:ext cx="2061882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67A6D2-4DE9-0DB8-01CB-3D69203F8A45}"/>
              </a:ext>
            </a:extLst>
          </p:cNvPr>
          <p:cNvCxnSpPr>
            <a:cxnSpLocks/>
          </p:cNvCxnSpPr>
          <p:nvPr/>
        </p:nvCxnSpPr>
        <p:spPr>
          <a:xfrm>
            <a:off x="7024534" y="4401969"/>
            <a:ext cx="419163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6101BF-8F38-81AE-7C11-97AE32817411}"/>
              </a:ext>
            </a:extLst>
          </p:cNvPr>
          <p:cNvCxnSpPr>
            <a:cxnSpLocks/>
          </p:cNvCxnSpPr>
          <p:nvPr/>
        </p:nvCxnSpPr>
        <p:spPr>
          <a:xfrm>
            <a:off x="989963" y="5471410"/>
            <a:ext cx="765201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8CDDFF-9790-DE9F-7549-9AED9BB59CF7}"/>
              </a:ext>
            </a:extLst>
          </p:cNvPr>
          <p:cNvCxnSpPr>
            <a:cxnSpLocks/>
          </p:cNvCxnSpPr>
          <p:nvPr/>
        </p:nvCxnSpPr>
        <p:spPr>
          <a:xfrm>
            <a:off x="989963" y="4921922"/>
            <a:ext cx="100379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220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CC1D8-49D5-9EE3-8307-584CA7B7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48885D-CB04-D20F-410C-4072F4169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43867" cy="865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704F2E-9ADE-91E1-B4B1-67CA11796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590" y="0"/>
            <a:ext cx="3947410" cy="65790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1A0AC8-7118-3713-9A67-2944D44C2FC8}"/>
              </a:ext>
            </a:extLst>
          </p:cNvPr>
          <p:cNvSpPr/>
          <p:nvPr/>
        </p:nvSpPr>
        <p:spPr>
          <a:xfrm>
            <a:off x="1067073" y="1704156"/>
            <a:ext cx="7177517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9DF9E0-F66E-A31B-4BE3-0A8A1F470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297" y="1032933"/>
            <a:ext cx="7691896" cy="58250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3E4E200-C236-14D1-801F-75B5E7B604E2}"/>
              </a:ext>
            </a:extLst>
          </p:cNvPr>
          <p:cNvSpPr/>
          <p:nvPr/>
        </p:nvSpPr>
        <p:spPr>
          <a:xfrm>
            <a:off x="2584861" y="880225"/>
            <a:ext cx="3104739" cy="47023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89885D-3CEF-3E53-E368-BC8082119441}"/>
              </a:ext>
            </a:extLst>
          </p:cNvPr>
          <p:cNvCxnSpPr>
            <a:cxnSpLocks/>
          </p:cNvCxnSpPr>
          <p:nvPr/>
        </p:nvCxnSpPr>
        <p:spPr>
          <a:xfrm>
            <a:off x="3130891" y="1704156"/>
            <a:ext cx="626290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93E719-5391-70E1-3FFB-EE5994E88BA9}"/>
              </a:ext>
            </a:extLst>
          </p:cNvPr>
          <p:cNvCxnSpPr>
            <a:cxnSpLocks/>
          </p:cNvCxnSpPr>
          <p:nvPr/>
        </p:nvCxnSpPr>
        <p:spPr>
          <a:xfrm>
            <a:off x="2474124" y="2057849"/>
            <a:ext cx="711033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43F276-3EF1-1119-1F22-D5145299BF1F}"/>
              </a:ext>
            </a:extLst>
          </p:cNvPr>
          <p:cNvCxnSpPr>
            <a:cxnSpLocks/>
          </p:cNvCxnSpPr>
          <p:nvPr/>
        </p:nvCxnSpPr>
        <p:spPr>
          <a:xfrm>
            <a:off x="2474124" y="2388547"/>
            <a:ext cx="450223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583532-C9FC-1FE7-151B-BD92DDF359E7}"/>
              </a:ext>
            </a:extLst>
          </p:cNvPr>
          <p:cNvCxnSpPr>
            <a:cxnSpLocks/>
          </p:cNvCxnSpPr>
          <p:nvPr/>
        </p:nvCxnSpPr>
        <p:spPr>
          <a:xfrm>
            <a:off x="6262345" y="2712273"/>
            <a:ext cx="3476614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50D599-7751-1722-C973-E7626DFC5B91}"/>
              </a:ext>
            </a:extLst>
          </p:cNvPr>
          <p:cNvCxnSpPr>
            <a:cxnSpLocks/>
          </p:cNvCxnSpPr>
          <p:nvPr/>
        </p:nvCxnSpPr>
        <p:spPr>
          <a:xfrm>
            <a:off x="2212986" y="3042472"/>
            <a:ext cx="3188747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2DDA5B7-3948-CF75-8EFB-1D365D03732D}"/>
              </a:ext>
            </a:extLst>
          </p:cNvPr>
          <p:cNvCxnSpPr>
            <a:cxnSpLocks/>
          </p:cNvCxnSpPr>
          <p:nvPr/>
        </p:nvCxnSpPr>
        <p:spPr>
          <a:xfrm>
            <a:off x="5689600" y="3026486"/>
            <a:ext cx="389485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E55846A-E3A6-CBF6-33AD-7311B4D9848B}"/>
              </a:ext>
            </a:extLst>
          </p:cNvPr>
          <p:cNvCxnSpPr>
            <a:cxnSpLocks/>
          </p:cNvCxnSpPr>
          <p:nvPr/>
        </p:nvCxnSpPr>
        <p:spPr>
          <a:xfrm>
            <a:off x="2367490" y="3407486"/>
            <a:ext cx="674264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E90B3A0A-EA82-1E85-39A8-6D674D414F78}"/>
              </a:ext>
            </a:extLst>
          </p:cNvPr>
          <p:cNvSpPr/>
          <p:nvPr/>
        </p:nvSpPr>
        <p:spPr>
          <a:xfrm rot="10800000">
            <a:off x="9648737" y="2879834"/>
            <a:ext cx="821297" cy="65790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FBAFAC-DE85-9D73-39D1-8D68FAAAD0B1}"/>
              </a:ext>
            </a:extLst>
          </p:cNvPr>
          <p:cNvCxnSpPr>
            <a:cxnSpLocks/>
          </p:cNvCxnSpPr>
          <p:nvPr/>
        </p:nvCxnSpPr>
        <p:spPr>
          <a:xfrm>
            <a:off x="3807359" y="5050019"/>
            <a:ext cx="222193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F4BAC45-E1C5-BB25-782F-2BF9F4046DBA}"/>
              </a:ext>
            </a:extLst>
          </p:cNvPr>
          <p:cNvCxnSpPr>
            <a:cxnSpLocks/>
          </p:cNvCxnSpPr>
          <p:nvPr/>
        </p:nvCxnSpPr>
        <p:spPr>
          <a:xfrm flipV="1">
            <a:off x="2212986" y="3429000"/>
            <a:ext cx="0" cy="152533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35D1AC4-10AE-CE94-FF12-9CC51CC1468A}"/>
              </a:ext>
            </a:extLst>
          </p:cNvPr>
          <p:cNvCxnSpPr>
            <a:cxnSpLocks/>
          </p:cNvCxnSpPr>
          <p:nvPr/>
        </p:nvCxnSpPr>
        <p:spPr>
          <a:xfrm>
            <a:off x="2367490" y="5710419"/>
            <a:ext cx="176974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390B5D3-F0FB-281B-9B5D-9CA9C5F3DDD4}"/>
              </a:ext>
            </a:extLst>
          </p:cNvPr>
          <p:cNvCxnSpPr>
            <a:cxnSpLocks/>
          </p:cNvCxnSpPr>
          <p:nvPr/>
        </p:nvCxnSpPr>
        <p:spPr>
          <a:xfrm>
            <a:off x="2367490" y="5388686"/>
            <a:ext cx="7281247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470D300-68FA-A3C7-15F7-83F23F2B1C8C}"/>
              </a:ext>
            </a:extLst>
          </p:cNvPr>
          <p:cNvCxnSpPr>
            <a:cxnSpLocks/>
          </p:cNvCxnSpPr>
          <p:nvPr/>
        </p:nvCxnSpPr>
        <p:spPr>
          <a:xfrm>
            <a:off x="6705600" y="5050019"/>
            <a:ext cx="2943137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14B9F11-2850-F645-24E1-0BCAFAF05446}"/>
              </a:ext>
            </a:extLst>
          </p:cNvPr>
          <p:cNvCxnSpPr>
            <a:cxnSpLocks/>
          </p:cNvCxnSpPr>
          <p:nvPr/>
        </p:nvCxnSpPr>
        <p:spPr>
          <a:xfrm>
            <a:off x="4924423" y="5748172"/>
            <a:ext cx="466003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9E8EAD9-0E0B-FD58-7240-F411A854F44C}"/>
              </a:ext>
            </a:extLst>
          </p:cNvPr>
          <p:cNvCxnSpPr>
            <a:cxnSpLocks/>
          </p:cNvCxnSpPr>
          <p:nvPr/>
        </p:nvCxnSpPr>
        <p:spPr>
          <a:xfrm>
            <a:off x="2367490" y="6103772"/>
            <a:ext cx="728124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B7AC1F4-D3B8-87FF-80AF-AD3BA28539B8}"/>
              </a:ext>
            </a:extLst>
          </p:cNvPr>
          <p:cNvCxnSpPr>
            <a:cxnSpLocks/>
          </p:cNvCxnSpPr>
          <p:nvPr/>
        </p:nvCxnSpPr>
        <p:spPr>
          <a:xfrm>
            <a:off x="2296621" y="6425505"/>
            <a:ext cx="728124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4B9A463-44CB-A349-CBF2-581CD5D0D930}"/>
              </a:ext>
            </a:extLst>
          </p:cNvPr>
          <p:cNvCxnSpPr>
            <a:cxnSpLocks/>
          </p:cNvCxnSpPr>
          <p:nvPr/>
        </p:nvCxnSpPr>
        <p:spPr>
          <a:xfrm>
            <a:off x="2303208" y="6781105"/>
            <a:ext cx="126972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BAE1BEBF-3481-B816-ACBC-BF8D4DCFE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114" y="3643221"/>
            <a:ext cx="1513917" cy="108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69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BA18-13EA-2560-9D46-4DBF707D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100E78-D9CF-0865-AEED-4045FA419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50EF996-AE69-56DC-3253-09BEF72060B9}"/>
              </a:ext>
            </a:extLst>
          </p:cNvPr>
          <p:cNvSpPr/>
          <p:nvPr/>
        </p:nvSpPr>
        <p:spPr>
          <a:xfrm>
            <a:off x="1067073" y="1704156"/>
            <a:ext cx="7177517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0F506-C759-BA5A-FADA-168BAEBB4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47" y="3120932"/>
            <a:ext cx="11060784" cy="10973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9E9E91-BC65-4336-F2AC-285DF26DC970}"/>
              </a:ext>
            </a:extLst>
          </p:cNvPr>
          <p:cNvCxnSpPr>
            <a:cxnSpLocks/>
          </p:cNvCxnSpPr>
          <p:nvPr/>
        </p:nvCxnSpPr>
        <p:spPr>
          <a:xfrm>
            <a:off x="3372821" y="4001984"/>
            <a:ext cx="202891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B8DCB8B-5DBA-28A6-6507-AC0E24302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783" y="5760273"/>
            <a:ext cx="6158434" cy="66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58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A0899-E989-7C85-86D2-341E0BB49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0A6908-F5B8-7514-8D32-369972268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2387600" cy="5375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F6BE16-325C-B89D-2861-2BBABA5CEF51}"/>
              </a:ext>
            </a:extLst>
          </p:cNvPr>
          <p:cNvSpPr/>
          <p:nvPr/>
        </p:nvSpPr>
        <p:spPr>
          <a:xfrm>
            <a:off x="1067073" y="1704156"/>
            <a:ext cx="7177517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DAF58-2CFE-1475-FF02-C4F51B8A1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491" y="73829"/>
            <a:ext cx="4024979" cy="3993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550D63-71B1-8350-BD1B-732C04F1F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69" y="897467"/>
            <a:ext cx="8575812" cy="42563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12C6FA-6B52-5511-F188-06262B9F2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028" y="4758267"/>
            <a:ext cx="5020289" cy="202590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AE9C27-1F8D-4AAA-38A6-273A76F47053}"/>
              </a:ext>
            </a:extLst>
          </p:cNvPr>
          <p:cNvCxnSpPr>
            <a:cxnSpLocks/>
          </p:cNvCxnSpPr>
          <p:nvPr/>
        </p:nvCxnSpPr>
        <p:spPr>
          <a:xfrm>
            <a:off x="784017" y="1324685"/>
            <a:ext cx="817371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D38AEE-B3CC-4920-DE9E-828328C87B41}"/>
              </a:ext>
            </a:extLst>
          </p:cNvPr>
          <p:cNvCxnSpPr>
            <a:cxnSpLocks/>
          </p:cNvCxnSpPr>
          <p:nvPr/>
        </p:nvCxnSpPr>
        <p:spPr>
          <a:xfrm>
            <a:off x="784017" y="1667617"/>
            <a:ext cx="817371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9CC3E6-D5E8-3E37-47D3-ABFB0EA0D82F}"/>
              </a:ext>
            </a:extLst>
          </p:cNvPr>
          <p:cNvCxnSpPr>
            <a:cxnSpLocks/>
          </p:cNvCxnSpPr>
          <p:nvPr/>
        </p:nvCxnSpPr>
        <p:spPr>
          <a:xfrm>
            <a:off x="725982" y="2054165"/>
            <a:ext cx="817371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66F9AB-2E68-F030-F9A8-9D4A00566F30}"/>
              </a:ext>
            </a:extLst>
          </p:cNvPr>
          <p:cNvCxnSpPr>
            <a:cxnSpLocks/>
          </p:cNvCxnSpPr>
          <p:nvPr/>
        </p:nvCxnSpPr>
        <p:spPr>
          <a:xfrm>
            <a:off x="725982" y="2429617"/>
            <a:ext cx="71545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13CDBB-5636-B414-2C22-943AAD48C5F0}"/>
              </a:ext>
            </a:extLst>
          </p:cNvPr>
          <p:cNvCxnSpPr>
            <a:cxnSpLocks/>
          </p:cNvCxnSpPr>
          <p:nvPr/>
        </p:nvCxnSpPr>
        <p:spPr>
          <a:xfrm>
            <a:off x="1358915" y="2852950"/>
            <a:ext cx="7598818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F94EFE-624B-22F9-5455-DB357D97BBCE}"/>
              </a:ext>
            </a:extLst>
          </p:cNvPr>
          <p:cNvCxnSpPr>
            <a:cxnSpLocks/>
          </p:cNvCxnSpPr>
          <p:nvPr/>
        </p:nvCxnSpPr>
        <p:spPr>
          <a:xfrm>
            <a:off x="784017" y="3225484"/>
            <a:ext cx="554905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50B4166-7277-BB48-5E57-EA9A0F8EA5A4}"/>
              </a:ext>
            </a:extLst>
          </p:cNvPr>
          <p:cNvSpPr txBox="1"/>
          <p:nvPr/>
        </p:nvSpPr>
        <p:spPr>
          <a:xfrm>
            <a:off x="9184204" y="1046039"/>
            <a:ext cx="303044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0" u="none" strike="noStrike" dirty="0">
                <a:solidFill>
                  <a:schemeClr val="accent6"/>
                </a:solidFill>
                <a:effectLst/>
                <a:latin typeface="Google Sans"/>
              </a:rPr>
              <a:t>Se dice que el significado es </a:t>
            </a:r>
            <a:r>
              <a:rPr lang="es-MX" b="1" u="none" strike="noStrike" dirty="0">
                <a:solidFill>
                  <a:schemeClr val="accent6"/>
                </a:solidFill>
                <a:effectLst/>
                <a:latin typeface="Google Sans"/>
              </a:rPr>
              <a:t>representacional</a:t>
            </a:r>
            <a:r>
              <a:rPr lang="es-MX" dirty="0">
                <a:solidFill>
                  <a:schemeClr val="accent6"/>
                </a:solidFill>
              </a:rPr>
              <a:t> porque la función principal del lenguaje, los símbolos y las imágenes mentales es "hacer presente" algo que no está ahí físicamente. Es la capacidad de evocar un objeto, concepto o realidad ausente a través de una representación (un signo, palabra o imagen)</a:t>
            </a:r>
            <a:endParaRPr lang="es-PE" dirty="0">
              <a:solidFill>
                <a:schemeClr val="accent6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E7A3AF-660A-B3BC-1198-2303115E8DB7}"/>
              </a:ext>
            </a:extLst>
          </p:cNvPr>
          <p:cNvCxnSpPr>
            <a:cxnSpLocks/>
          </p:cNvCxnSpPr>
          <p:nvPr/>
        </p:nvCxnSpPr>
        <p:spPr>
          <a:xfrm>
            <a:off x="725982" y="3936684"/>
            <a:ext cx="3577254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BA37095-D15F-5639-688C-37FBC5A68F81}"/>
              </a:ext>
            </a:extLst>
          </p:cNvPr>
          <p:cNvSpPr txBox="1"/>
          <p:nvPr/>
        </p:nvSpPr>
        <p:spPr>
          <a:xfrm>
            <a:off x="3558542" y="134389"/>
            <a:ext cx="39890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0" u="none" strike="noStrike" dirty="0">
                <a:solidFill>
                  <a:schemeClr val="accent6"/>
                </a:solidFill>
                <a:effectLst/>
                <a:latin typeface="Google Sans"/>
              </a:rPr>
              <a:t>Significado ≠ Referencia</a:t>
            </a:r>
            <a:endParaRPr lang="es-PE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875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85BD2-5538-52B3-CB5B-8EF741E10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E1738E-BC1C-E23A-2802-4FCB6EBD7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2B13956-F8DC-2A1B-349C-93AE518A593E}"/>
              </a:ext>
            </a:extLst>
          </p:cNvPr>
          <p:cNvSpPr/>
          <p:nvPr/>
        </p:nvSpPr>
        <p:spPr>
          <a:xfrm>
            <a:off x="1067073" y="1704156"/>
            <a:ext cx="7177517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027ECD-3C1C-E4AD-6B15-3AE9FF573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939" y="73829"/>
            <a:ext cx="5526531" cy="548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B49DC5-3420-A4F8-6E20-4F7DC6CEE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26253"/>
            <a:ext cx="7111968" cy="2935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DE5050-14E7-CC77-79D6-C1081E2B0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332" y="4312742"/>
            <a:ext cx="5076825" cy="2438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374D49-D572-1AF7-1392-4018FC16A910}"/>
              </a:ext>
            </a:extLst>
          </p:cNvPr>
          <p:cNvCxnSpPr>
            <a:cxnSpLocks/>
          </p:cNvCxnSpPr>
          <p:nvPr/>
        </p:nvCxnSpPr>
        <p:spPr>
          <a:xfrm>
            <a:off x="3350648" y="2731499"/>
            <a:ext cx="111975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CACCB58-F4FC-49E7-6732-63571B3BD6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8939" y="760048"/>
            <a:ext cx="5020289" cy="202590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574D8B-0B7C-37DF-D342-289BB22969CC}"/>
              </a:ext>
            </a:extLst>
          </p:cNvPr>
          <p:cNvCxnSpPr>
            <a:cxnSpLocks/>
          </p:cNvCxnSpPr>
          <p:nvPr/>
        </p:nvCxnSpPr>
        <p:spPr>
          <a:xfrm flipV="1">
            <a:off x="4865055" y="2705680"/>
            <a:ext cx="2023677" cy="258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B8FA74-56D6-0F99-C430-86DE889A96C5}"/>
              </a:ext>
            </a:extLst>
          </p:cNvPr>
          <p:cNvCxnSpPr>
            <a:cxnSpLocks/>
          </p:cNvCxnSpPr>
          <p:nvPr/>
        </p:nvCxnSpPr>
        <p:spPr>
          <a:xfrm>
            <a:off x="201048" y="3019366"/>
            <a:ext cx="161081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A6D3DE3-81CC-2292-2AA5-B84039CBB1A6}"/>
              </a:ext>
            </a:extLst>
          </p:cNvPr>
          <p:cNvCxnSpPr>
            <a:cxnSpLocks/>
          </p:cNvCxnSpPr>
          <p:nvPr/>
        </p:nvCxnSpPr>
        <p:spPr>
          <a:xfrm>
            <a:off x="5379513" y="3019366"/>
            <a:ext cx="161081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C498F8-B1C4-0454-E071-B027FF6BAAE4}"/>
              </a:ext>
            </a:extLst>
          </p:cNvPr>
          <p:cNvCxnSpPr>
            <a:cxnSpLocks/>
          </p:cNvCxnSpPr>
          <p:nvPr/>
        </p:nvCxnSpPr>
        <p:spPr>
          <a:xfrm>
            <a:off x="201047" y="3307232"/>
            <a:ext cx="31496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D849CE7-8E33-3F3A-5FB7-138F13852B1C}"/>
              </a:ext>
            </a:extLst>
          </p:cNvPr>
          <p:cNvCxnSpPr>
            <a:cxnSpLocks/>
          </p:cNvCxnSpPr>
          <p:nvPr/>
        </p:nvCxnSpPr>
        <p:spPr>
          <a:xfrm>
            <a:off x="237066" y="3662832"/>
            <a:ext cx="6753266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3933325-9DAD-F287-BE08-2F2815B55E69}"/>
              </a:ext>
            </a:extLst>
          </p:cNvPr>
          <p:cNvCxnSpPr>
            <a:cxnSpLocks/>
          </p:cNvCxnSpPr>
          <p:nvPr/>
        </p:nvCxnSpPr>
        <p:spPr>
          <a:xfrm>
            <a:off x="201047" y="3950699"/>
            <a:ext cx="5178466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9A83E62-0248-069D-AF49-B35269FE4978}"/>
              </a:ext>
            </a:extLst>
          </p:cNvPr>
          <p:cNvCxnSpPr>
            <a:cxnSpLocks/>
          </p:cNvCxnSpPr>
          <p:nvPr/>
        </p:nvCxnSpPr>
        <p:spPr>
          <a:xfrm>
            <a:off x="201047" y="4600609"/>
            <a:ext cx="641988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66F304-F8CD-0ABF-34B7-1340AF892E33}"/>
              </a:ext>
            </a:extLst>
          </p:cNvPr>
          <p:cNvCxnSpPr>
            <a:cxnSpLocks/>
          </p:cNvCxnSpPr>
          <p:nvPr/>
        </p:nvCxnSpPr>
        <p:spPr>
          <a:xfrm>
            <a:off x="195208" y="4245007"/>
            <a:ext cx="668768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81C9D6D-7E97-3659-9736-E0DD6B53D598}"/>
              </a:ext>
            </a:extLst>
          </p:cNvPr>
          <p:cNvCxnSpPr>
            <a:cxnSpLocks/>
          </p:cNvCxnSpPr>
          <p:nvPr/>
        </p:nvCxnSpPr>
        <p:spPr>
          <a:xfrm>
            <a:off x="195208" y="4905409"/>
            <a:ext cx="672968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832A475-DC92-07B4-B70C-C701414B1762}"/>
              </a:ext>
            </a:extLst>
          </p:cNvPr>
          <p:cNvCxnSpPr>
            <a:cxnSpLocks/>
          </p:cNvCxnSpPr>
          <p:nvPr/>
        </p:nvCxnSpPr>
        <p:spPr>
          <a:xfrm>
            <a:off x="174205" y="5261556"/>
            <a:ext cx="429619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459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704A2-A135-C0B3-2800-9DB05691F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9C5E03-48B9-65B6-B9BC-EDBD8A914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E2BF819-DAF2-5675-3866-52A81DE66AA4}"/>
              </a:ext>
            </a:extLst>
          </p:cNvPr>
          <p:cNvSpPr/>
          <p:nvPr/>
        </p:nvSpPr>
        <p:spPr>
          <a:xfrm>
            <a:off x="1067073" y="1704156"/>
            <a:ext cx="7177517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C6CE9-8926-64C2-A62E-5A92FFE22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939" y="73829"/>
            <a:ext cx="5526531" cy="548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5366D9-EC85-4BCC-DD15-873A11992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0" y="4023746"/>
            <a:ext cx="3909379" cy="18776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9256DD-F300-E8AC-15F4-A8EC65152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794" y="1291737"/>
            <a:ext cx="8817832" cy="3258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EFA127-62FD-7C13-5756-BBCC5A90C0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0446" y="4415212"/>
            <a:ext cx="8354528" cy="23689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FE745D-ECA4-4FDE-E126-8A861BE603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690984"/>
            <a:ext cx="3726012" cy="150360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A6CC33-1C30-55EA-9244-CADF5C95F4FD}"/>
              </a:ext>
            </a:extLst>
          </p:cNvPr>
          <p:cNvCxnSpPr>
            <a:cxnSpLocks/>
          </p:cNvCxnSpPr>
          <p:nvPr/>
        </p:nvCxnSpPr>
        <p:spPr>
          <a:xfrm>
            <a:off x="4072323" y="1773589"/>
            <a:ext cx="207541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&quot;Not Allowed&quot; Symbol 12">
            <a:extLst>
              <a:ext uri="{FF2B5EF4-FFF2-40B4-BE49-F238E27FC236}">
                <a16:creationId xmlns:a16="http://schemas.microsoft.com/office/drawing/2014/main" id="{EB69B5D1-B2DF-A3FB-3097-25672AA2740A}"/>
              </a:ext>
            </a:extLst>
          </p:cNvPr>
          <p:cNvSpPr/>
          <p:nvPr/>
        </p:nvSpPr>
        <p:spPr>
          <a:xfrm>
            <a:off x="21360" y="4023746"/>
            <a:ext cx="372533" cy="391466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12ED30-389E-A740-D77B-BE86C6187450}"/>
              </a:ext>
            </a:extLst>
          </p:cNvPr>
          <p:cNvCxnSpPr>
            <a:cxnSpLocks/>
          </p:cNvCxnSpPr>
          <p:nvPr/>
        </p:nvCxnSpPr>
        <p:spPr>
          <a:xfrm>
            <a:off x="7543657" y="1773589"/>
            <a:ext cx="420807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867C77D-F9F0-47F1-27BA-C96F533D3C76}"/>
              </a:ext>
            </a:extLst>
          </p:cNvPr>
          <p:cNvCxnSpPr>
            <a:cxnSpLocks/>
          </p:cNvCxnSpPr>
          <p:nvPr/>
        </p:nvCxnSpPr>
        <p:spPr>
          <a:xfrm>
            <a:off x="3720446" y="2163331"/>
            <a:ext cx="803128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9643C6-1DB4-ED82-E304-1040F63DF729}"/>
              </a:ext>
            </a:extLst>
          </p:cNvPr>
          <p:cNvCxnSpPr>
            <a:cxnSpLocks/>
          </p:cNvCxnSpPr>
          <p:nvPr/>
        </p:nvCxnSpPr>
        <p:spPr>
          <a:xfrm>
            <a:off x="3720446" y="2552798"/>
            <a:ext cx="59272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2E7062-9AF6-D194-449C-869B35BF8E16}"/>
              </a:ext>
            </a:extLst>
          </p:cNvPr>
          <p:cNvCxnSpPr>
            <a:cxnSpLocks/>
          </p:cNvCxnSpPr>
          <p:nvPr/>
        </p:nvCxnSpPr>
        <p:spPr>
          <a:xfrm>
            <a:off x="10718800" y="3687331"/>
            <a:ext cx="118667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028A0C3-B3B5-0D88-57B4-9A707A9DBD92}"/>
              </a:ext>
            </a:extLst>
          </p:cNvPr>
          <p:cNvCxnSpPr>
            <a:cxnSpLocks/>
          </p:cNvCxnSpPr>
          <p:nvPr/>
        </p:nvCxnSpPr>
        <p:spPr>
          <a:xfrm>
            <a:off x="3720446" y="4023746"/>
            <a:ext cx="803128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C25160D-73DB-B9B9-C9F4-5932B1F74751}"/>
              </a:ext>
            </a:extLst>
          </p:cNvPr>
          <p:cNvCxnSpPr>
            <a:cxnSpLocks/>
          </p:cNvCxnSpPr>
          <p:nvPr/>
        </p:nvCxnSpPr>
        <p:spPr>
          <a:xfrm>
            <a:off x="3720446" y="4415212"/>
            <a:ext cx="613475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960BCF0-A182-9204-4F27-3ED540CC9BB9}"/>
              </a:ext>
            </a:extLst>
          </p:cNvPr>
          <p:cNvCxnSpPr>
            <a:cxnSpLocks/>
          </p:cNvCxnSpPr>
          <p:nvPr/>
        </p:nvCxnSpPr>
        <p:spPr>
          <a:xfrm>
            <a:off x="11040533" y="5160629"/>
            <a:ext cx="92149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93F3E52-BA9C-DD5F-E467-F96A565B7192}"/>
              </a:ext>
            </a:extLst>
          </p:cNvPr>
          <p:cNvCxnSpPr>
            <a:cxnSpLocks/>
          </p:cNvCxnSpPr>
          <p:nvPr/>
        </p:nvCxnSpPr>
        <p:spPr>
          <a:xfrm>
            <a:off x="3720446" y="5567029"/>
            <a:ext cx="818502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3936B2-FC1B-1F22-2D87-D6B7DD93F8E1}"/>
              </a:ext>
            </a:extLst>
          </p:cNvPr>
          <p:cNvCxnSpPr>
            <a:cxnSpLocks/>
          </p:cNvCxnSpPr>
          <p:nvPr/>
        </p:nvCxnSpPr>
        <p:spPr>
          <a:xfrm>
            <a:off x="3777002" y="5956497"/>
            <a:ext cx="406313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642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20033-A5ED-4A3E-11BF-037E5225A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7D0B07-7242-6255-9950-4D7179043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5DB67EC-2C28-D63E-46B8-6F953CDE6508}"/>
              </a:ext>
            </a:extLst>
          </p:cNvPr>
          <p:cNvSpPr/>
          <p:nvPr/>
        </p:nvSpPr>
        <p:spPr>
          <a:xfrm>
            <a:off x="1067073" y="1704156"/>
            <a:ext cx="7177517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4CE4AD-9675-48A8-D4B8-29DA3E097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562" y="73829"/>
            <a:ext cx="5526531" cy="548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E1A099-2FE2-39EB-3996-48B0E9040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525" y="1822689"/>
            <a:ext cx="9014242" cy="440949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5BD294-AE82-6AD2-2B9F-355213151B63}"/>
              </a:ext>
            </a:extLst>
          </p:cNvPr>
          <p:cNvCxnSpPr>
            <a:cxnSpLocks/>
          </p:cNvCxnSpPr>
          <p:nvPr/>
        </p:nvCxnSpPr>
        <p:spPr>
          <a:xfrm>
            <a:off x="7120324" y="2197197"/>
            <a:ext cx="29550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675302-CD88-0B69-A135-0B11720B8E81}"/>
              </a:ext>
            </a:extLst>
          </p:cNvPr>
          <p:cNvCxnSpPr>
            <a:cxnSpLocks/>
          </p:cNvCxnSpPr>
          <p:nvPr/>
        </p:nvCxnSpPr>
        <p:spPr>
          <a:xfrm>
            <a:off x="2057257" y="2569730"/>
            <a:ext cx="403874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9B1EAD-F778-17C3-5C18-07A772524F28}"/>
              </a:ext>
            </a:extLst>
          </p:cNvPr>
          <p:cNvCxnSpPr>
            <a:cxnSpLocks/>
          </p:cNvCxnSpPr>
          <p:nvPr/>
        </p:nvCxnSpPr>
        <p:spPr>
          <a:xfrm>
            <a:off x="8441124" y="3314797"/>
            <a:ext cx="13294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2EE91BC-2821-62A9-569B-1378E26005EA}"/>
              </a:ext>
            </a:extLst>
          </p:cNvPr>
          <p:cNvCxnSpPr>
            <a:cxnSpLocks/>
          </p:cNvCxnSpPr>
          <p:nvPr/>
        </p:nvCxnSpPr>
        <p:spPr>
          <a:xfrm>
            <a:off x="2802324" y="3704264"/>
            <a:ext cx="180354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876242-D2E4-6C05-499F-C019754CB438}"/>
              </a:ext>
            </a:extLst>
          </p:cNvPr>
          <p:cNvCxnSpPr>
            <a:cxnSpLocks/>
          </p:cNvCxnSpPr>
          <p:nvPr/>
        </p:nvCxnSpPr>
        <p:spPr>
          <a:xfrm>
            <a:off x="6713923" y="2569730"/>
            <a:ext cx="336141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7F4E6CB2-B2C9-B40D-FE94-C2AA623BD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836" y="574798"/>
            <a:ext cx="6158434" cy="669395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D885C2B-9DF0-5008-9D93-7F63E6A5FC92}"/>
              </a:ext>
            </a:extLst>
          </p:cNvPr>
          <p:cNvCxnSpPr>
            <a:cxnSpLocks/>
          </p:cNvCxnSpPr>
          <p:nvPr/>
        </p:nvCxnSpPr>
        <p:spPr>
          <a:xfrm>
            <a:off x="2925162" y="4517063"/>
            <a:ext cx="733643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383ABC1-E8F6-584F-009E-0175CE7216BD}"/>
              </a:ext>
            </a:extLst>
          </p:cNvPr>
          <p:cNvCxnSpPr>
            <a:cxnSpLocks/>
          </p:cNvCxnSpPr>
          <p:nvPr/>
        </p:nvCxnSpPr>
        <p:spPr>
          <a:xfrm>
            <a:off x="1709615" y="4906530"/>
            <a:ext cx="855198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39DEB4A-FCB4-01D1-8258-B6EF47223F68}"/>
              </a:ext>
            </a:extLst>
          </p:cNvPr>
          <p:cNvCxnSpPr>
            <a:cxnSpLocks/>
          </p:cNvCxnSpPr>
          <p:nvPr/>
        </p:nvCxnSpPr>
        <p:spPr>
          <a:xfrm>
            <a:off x="1648653" y="5295997"/>
            <a:ext cx="53278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795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CE6E7-2682-E003-003C-E2915EE8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D66CBE-C333-CF31-2F67-2AD4D1889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756229-501E-8CC0-2D80-9A2145E87621}"/>
              </a:ext>
            </a:extLst>
          </p:cNvPr>
          <p:cNvSpPr/>
          <p:nvPr/>
        </p:nvSpPr>
        <p:spPr>
          <a:xfrm>
            <a:off x="1067073" y="1704156"/>
            <a:ext cx="7177517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A9365F-6094-4BB3-0873-14C9B41DE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01" y="2983339"/>
            <a:ext cx="10080483" cy="96004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F08CD1-4033-6B1B-ECA4-A5A8E36C98CC}"/>
              </a:ext>
            </a:extLst>
          </p:cNvPr>
          <p:cNvCxnSpPr>
            <a:cxnSpLocks/>
          </p:cNvCxnSpPr>
          <p:nvPr/>
        </p:nvCxnSpPr>
        <p:spPr>
          <a:xfrm>
            <a:off x="2920857" y="3755064"/>
            <a:ext cx="317514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71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5C78-75F7-8492-0738-3C513259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57D561-CD43-5BDA-61E9-983DD7588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6A817C-8F8A-8108-8405-F40F776A1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58057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5DF400-26B9-429C-A81F-4443F78F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53" y="2297046"/>
            <a:ext cx="5076825" cy="2438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45E476-5D47-4E3F-4E73-077636025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6531" y="870009"/>
            <a:ext cx="5205336" cy="36385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8DF723-F0F6-7905-F1ED-CBDC342C9A7A}"/>
              </a:ext>
            </a:extLst>
          </p:cNvPr>
          <p:cNvSpPr/>
          <p:nvPr/>
        </p:nvSpPr>
        <p:spPr>
          <a:xfrm>
            <a:off x="722300" y="2297046"/>
            <a:ext cx="4164493" cy="5143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E916A1-5348-2021-7BE3-27636657AB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0856" y="4508559"/>
            <a:ext cx="4829175" cy="2057400"/>
          </a:xfrm>
          <a:prstGeom prst="rect">
            <a:avLst/>
          </a:prstGeom>
        </p:spPr>
      </p:pic>
      <p:sp>
        <p:nvSpPr>
          <p:cNvPr id="10" name="&quot;Not Allowed&quot; Symbol 9">
            <a:extLst>
              <a:ext uri="{FF2B5EF4-FFF2-40B4-BE49-F238E27FC236}">
                <a16:creationId xmlns:a16="http://schemas.microsoft.com/office/drawing/2014/main" id="{955C54F3-69EE-C8A2-4822-3E6A40D66EE7}"/>
              </a:ext>
            </a:extLst>
          </p:cNvPr>
          <p:cNvSpPr/>
          <p:nvPr/>
        </p:nvSpPr>
        <p:spPr>
          <a:xfrm>
            <a:off x="77723" y="2272975"/>
            <a:ext cx="639738" cy="514385"/>
          </a:xfrm>
          <a:prstGeom prst="noSmoking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959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5CCD2-6A3C-2036-C04A-1AB88D61E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750CE2-9319-529B-2F47-D917AFDDD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A0171F-634C-5006-2DB8-3DE7D02B3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580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7138CE-7D8C-DA19-BCA2-5A7EC8DE0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62" y="1657350"/>
            <a:ext cx="10342276" cy="474345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714B7E-7375-8116-1C83-9606B9E4C019}"/>
              </a:ext>
            </a:extLst>
          </p:cNvPr>
          <p:cNvCxnSpPr>
            <a:cxnSpLocks/>
          </p:cNvCxnSpPr>
          <p:nvPr/>
        </p:nvCxnSpPr>
        <p:spPr>
          <a:xfrm>
            <a:off x="1092057" y="2163331"/>
            <a:ext cx="999927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A8A76B-0434-00D0-EE26-2CBFEFE1B6F4}"/>
              </a:ext>
            </a:extLst>
          </p:cNvPr>
          <p:cNvCxnSpPr>
            <a:cxnSpLocks/>
          </p:cNvCxnSpPr>
          <p:nvPr/>
        </p:nvCxnSpPr>
        <p:spPr>
          <a:xfrm>
            <a:off x="1092057" y="2637464"/>
            <a:ext cx="932194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F9D02AB-AF56-C2F4-85B6-80FEF05A1791}"/>
              </a:ext>
            </a:extLst>
          </p:cNvPr>
          <p:cNvCxnSpPr>
            <a:cxnSpLocks/>
          </p:cNvCxnSpPr>
          <p:nvPr/>
        </p:nvCxnSpPr>
        <p:spPr>
          <a:xfrm>
            <a:off x="7450667" y="3568798"/>
            <a:ext cx="3644971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C44EA0-0FA4-0190-2DA7-34ECE88E95B2}"/>
              </a:ext>
            </a:extLst>
          </p:cNvPr>
          <p:cNvCxnSpPr>
            <a:cxnSpLocks/>
          </p:cNvCxnSpPr>
          <p:nvPr/>
        </p:nvCxnSpPr>
        <p:spPr>
          <a:xfrm>
            <a:off x="924862" y="4042931"/>
            <a:ext cx="7982071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167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5FCED-CC85-4EBB-1592-EDE5BBFF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9B6684-F4DE-4F4F-34F4-69D11F8B1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0316F1-019A-2A49-DC24-1C5EBFAB8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5805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2F0AF7-E4A9-A76A-4896-84F5111E6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266" y="2081335"/>
            <a:ext cx="10651468" cy="349779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03D805-51E8-FD99-2C4C-D7E8229E0586}"/>
              </a:ext>
            </a:extLst>
          </p:cNvPr>
          <p:cNvCxnSpPr>
            <a:cxnSpLocks/>
          </p:cNvCxnSpPr>
          <p:nvPr/>
        </p:nvCxnSpPr>
        <p:spPr>
          <a:xfrm>
            <a:off x="1371600" y="2569731"/>
            <a:ext cx="98721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91B400-A3CA-1D0B-CB31-7CCCF70DB260}"/>
              </a:ext>
            </a:extLst>
          </p:cNvPr>
          <p:cNvCxnSpPr>
            <a:cxnSpLocks/>
          </p:cNvCxnSpPr>
          <p:nvPr/>
        </p:nvCxnSpPr>
        <p:spPr>
          <a:xfrm>
            <a:off x="982134" y="3009998"/>
            <a:ext cx="1014306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5F69D8-9396-B811-267D-613581645492}"/>
              </a:ext>
            </a:extLst>
          </p:cNvPr>
          <p:cNvCxnSpPr>
            <a:cxnSpLocks/>
          </p:cNvCxnSpPr>
          <p:nvPr/>
        </p:nvCxnSpPr>
        <p:spPr>
          <a:xfrm>
            <a:off x="982134" y="3458731"/>
            <a:ext cx="1014306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D54CB9-7F48-0398-7A46-9F3661D34935}"/>
              </a:ext>
            </a:extLst>
          </p:cNvPr>
          <p:cNvCxnSpPr>
            <a:cxnSpLocks/>
          </p:cNvCxnSpPr>
          <p:nvPr/>
        </p:nvCxnSpPr>
        <p:spPr>
          <a:xfrm>
            <a:off x="982134" y="3941331"/>
            <a:ext cx="1014306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D42A71-168D-47CA-A950-C761506C0009}"/>
              </a:ext>
            </a:extLst>
          </p:cNvPr>
          <p:cNvCxnSpPr>
            <a:cxnSpLocks/>
          </p:cNvCxnSpPr>
          <p:nvPr/>
        </p:nvCxnSpPr>
        <p:spPr>
          <a:xfrm>
            <a:off x="982134" y="4432398"/>
            <a:ext cx="23029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859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18D18-6C80-5C57-F29B-06716C59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B5118F-7AF2-E040-6FAD-5CC78DCFE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93E75E-844E-7D3B-77BD-4D968471B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5805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9A8F6D-5325-E948-E1BA-BDA57E0B6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548" y="1689100"/>
            <a:ext cx="9608904" cy="38650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CADD08-A0FF-14AD-5DA7-6E25B7DDA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220" y="5672063"/>
            <a:ext cx="4695825" cy="9906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E2D021-63D5-8EBC-D71C-8849A967229F}"/>
              </a:ext>
            </a:extLst>
          </p:cNvPr>
          <p:cNvCxnSpPr>
            <a:cxnSpLocks/>
          </p:cNvCxnSpPr>
          <p:nvPr/>
        </p:nvCxnSpPr>
        <p:spPr>
          <a:xfrm>
            <a:off x="1530265" y="2129465"/>
            <a:ext cx="923933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5D4324-790E-BEDA-7A5D-5A02CAF38B10}"/>
              </a:ext>
            </a:extLst>
          </p:cNvPr>
          <p:cNvCxnSpPr>
            <a:cxnSpLocks/>
          </p:cNvCxnSpPr>
          <p:nvPr/>
        </p:nvCxnSpPr>
        <p:spPr>
          <a:xfrm>
            <a:off x="1530265" y="2552798"/>
            <a:ext cx="923933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A3E9BC-A0C5-316D-5473-6EC0717E1697}"/>
              </a:ext>
            </a:extLst>
          </p:cNvPr>
          <p:cNvCxnSpPr>
            <a:cxnSpLocks/>
          </p:cNvCxnSpPr>
          <p:nvPr/>
        </p:nvCxnSpPr>
        <p:spPr>
          <a:xfrm>
            <a:off x="1476332" y="2959199"/>
            <a:ext cx="923933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5520D2-B78C-40AB-A67B-0913FEC4977A}"/>
              </a:ext>
            </a:extLst>
          </p:cNvPr>
          <p:cNvCxnSpPr>
            <a:cxnSpLocks/>
          </p:cNvCxnSpPr>
          <p:nvPr/>
        </p:nvCxnSpPr>
        <p:spPr>
          <a:xfrm>
            <a:off x="3437467" y="3839732"/>
            <a:ext cx="72782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706357-C3ED-0093-D6BE-B3F798879D64}"/>
              </a:ext>
            </a:extLst>
          </p:cNvPr>
          <p:cNvCxnSpPr>
            <a:cxnSpLocks/>
          </p:cNvCxnSpPr>
          <p:nvPr/>
        </p:nvCxnSpPr>
        <p:spPr>
          <a:xfrm>
            <a:off x="1530265" y="4246132"/>
            <a:ext cx="4565735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6BE0CE-69F2-B355-AA93-6497C29C2F61}"/>
              </a:ext>
            </a:extLst>
          </p:cNvPr>
          <p:cNvCxnSpPr>
            <a:cxnSpLocks/>
          </p:cNvCxnSpPr>
          <p:nvPr/>
        </p:nvCxnSpPr>
        <p:spPr>
          <a:xfrm>
            <a:off x="3631120" y="5109732"/>
            <a:ext cx="7278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4F62D2-9E02-6C59-B645-ABE0CFE08AFA}"/>
              </a:ext>
            </a:extLst>
          </p:cNvPr>
          <p:cNvCxnSpPr>
            <a:cxnSpLocks/>
          </p:cNvCxnSpPr>
          <p:nvPr/>
        </p:nvCxnSpPr>
        <p:spPr>
          <a:xfrm>
            <a:off x="1476332" y="5554134"/>
            <a:ext cx="500913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490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B6ECC-CF0D-1768-8FFD-61CF1830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327C0F-FFE2-4A60-D10E-B3DB27918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F8590C-E497-3DE4-2BA3-8A980BA1B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580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B99023-6921-5352-8AFA-3F323FE08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09" y="1491190"/>
            <a:ext cx="7562850" cy="497555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25DB13-E068-687C-BDDC-5E4D37C9ED43}"/>
              </a:ext>
            </a:extLst>
          </p:cNvPr>
          <p:cNvCxnSpPr>
            <a:cxnSpLocks/>
          </p:cNvCxnSpPr>
          <p:nvPr/>
        </p:nvCxnSpPr>
        <p:spPr>
          <a:xfrm>
            <a:off x="650854" y="1807731"/>
            <a:ext cx="7278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B59A0D-83A7-1248-5D37-E61F2E5C757D}"/>
              </a:ext>
            </a:extLst>
          </p:cNvPr>
          <p:cNvCxnSpPr>
            <a:cxnSpLocks/>
          </p:cNvCxnSpPr>
          <p:nvPr/>
        </p:nvCxnSpPr>
        <p:spPr>
          <a:xfrm>
            <a:off x="340234" y="2146398"/>
            <a:ext cx="7278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5D3F4F-4A1F-4AF4-46DD-80C87B569E93}"/>
              </a:ext>
            </a:extLst>
          </p:cNvPr>
          <p:cNvCxnSpPr>
            <a:cxnSpLocks/>
          </p:cNvCxnSpPr>
          <p:nvPr/>
        </p:nvCxnSpPr>
        <p:spPr>
          <a:xfrm>
            <a:off x="340234" y="2501999"/>
            <a:ext cx="742052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C54A01-2714-9A94-46AE-9E828DA3ED34}"/>
              </a:ext>
            </a:extLst>
          </p:cNvPr>
          <p:cNvCxnSpPr>
            <a:cxnSpLocks/>
          </p:cNvCxnSpPr>
          <p:nvPr/>
        </p:nvCxnSpPr>
        <p:spPr>
          <a:xfrm>
            <a:off x="340234" y="2823732"/>
            <a:ext cx="7278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E74D79-940C-A9A5-26BF-C052C4E5E240}"/>
              </a:ext>
            </a:extLst>
          </p:cNvPr>
          <p:cNvCxnSpPr>
            <a:cxnSpLocks/>
          </p:cNvCxnSpPr>
          <p:nvPr/>
        </p:nvCxnSpPr>
        <p:spPr>
          <a:xfrm>
            <a:off x="340234" y="3162399"/>
            <a:ext cx="7278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CC6E8F3-74A9-C769-1752-CD3E463D170B}"/>
              </a:ext>
            </a:extLst>
          </p:cNvPr>
          <p:cNvCxnSpPr>
            <a:cxnSpLocks/>
          </p:cNvCxnSpPr>
          <p:nvPr/>
        </p:nvCxnSpPr>
        <p:spPr>
          <a:xfrm>
            <a:off x="340234" y="3501065"/>
            <a:ext cx="38253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A3187CA4-743C-44FB-64AC-52729C6BB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054" y="2580895"/>
            <a:ext cx="4100915" cy="184034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1D71B5-E9E1-A8C9-2C66-1EE62C68D120}"/>
              </a:ext>
            </a:extLst>
          </p:cNvPr>
          <p:cNvCxnSpPr>
            <a:cxnSpLocks/>
          </p:cNvCxnSpPr>
          <p:nvPr/>
        </p:nvCxnSpPr>
        <p:spPr>
          <a:xfrm>
            <a:off x="340234" y="5092799"/>
            <a:ext cx="72782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427D6BC-4319-078C-53E7-FFF5144EC76C}"/>
              </a:ext>
            </a:extLst>
          </p:cNvPr>
          <p:cNvCxnSpPr>
            <a:cxnSpLocks/>
          </p:cNvCxnSpPr>
          <p:nvPr/>
        </p:nvCxnSpPr>
        <p:spPr>
          <a:xfrm>
            <a:off x="340234" y="5431465"/>
            <a:ext cx="72782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433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BC7B4-841C-FCCC-B0E0-3325988D2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48746B-FDC0-EFC9-B2DC-CF5E3A49D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C318C6-2E0B-DB5F-2C8C-959A30C1B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5805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5AF212-6519-5428-3B00-C04E2539D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905" y="1435965"/>
            <a:ext cx="9981492" cy="26605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435B1-0825-86F3-0531-AAAF82AC0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905" y="4626911"/>
            <a:ext cx="9944794" cy="188987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26EEAD-C382-DCAF-76D3-F8E80138D5AD}"/>
              </a:ext>
            </a:extLst>
          </p:cNvPr>
          <p:cNvCxnSpPr>
            <a:cxnSpLocks/>
          </p:cNvCxnSpPr>
          <p:nvPr/>
        </p:nvCxnSpPr>
        <p:spPr>
          <a:xfrm>
            <a:off x="1576367" y="1875466"/>
            <a:ext cx="89731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504A9-4E16-9805-4D84-454F5207B108}"/>
              </a:ext>
            </a:extLst>
          </p:cNvPr>
          <p:cNvCxnSpPr>
            <a:cxnSpLocks/>
          </p:cNvCxnSpPr>
          <p:nvPr/>
        </p:nvCxnSpPr>
        <p:spPr>
          <a:xfrm>
            <a:off x="1203834" y="2315733"/>
            <a:ext cx="93456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1862DD-06CF-6081-52E0-57538F9612BC}"/>
              </a:ext>
            </a:extLst>
          </p:cNvPr>
          <p:cNvCxnSpPr>
            <a:cxnSpLocks/>
          </p:cNvCxnSpPr>
          <p:nvPr/>
        </p:nvCxnSpPr>
        <p:spPr>
          <a:xfrm>
            <a:off x="1203834" y="2756000"/>
            <a:ext cx="231829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8BEB03-06B9-CEB7-7B91-DE6074F5B9EC}"/>
              </a:ext>
            </a:extLst>
          </p:cNvPr>
          <p:cNvCxnSpPr>
            <a:cxnSpLocks/>
          </p:cNvCxnSpPr>
          <p:nvPr/>
        </p:nvCxnSpPr>
        <p:spPr>
          <a:xfrm>
            <a:off x="7247467" y="3196266"/>
            <a:ext cx="3488267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C56EBFB-4B6E-B490-C287-425C5AAE5326}"/>
              </a:ext>
            </a:extLst>
          </p:cNvPr>
          <p:cNvCxnSpPr>
            <a:cxnSpLocks/>
          </p:cNvCxnSpPr>
          <p:nvPr/>
        </p:nvCxnSpPr>
        <p:spPr>
          <a:xfrm>
            <a:off x="1203834" y="3585733"/>
            <a:ext cx="953190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047BE6-CB9C-503B-0BA5-83DC4FC07895}"/>
              </a:ext>
            </a:extLst>
          </p:cNvPr>
          <p:cNvCxnSpPr>
            <a:cxnSpLocks/>
          </p:cNvCxnSpPr>
          <p:nvPr/>
        </p:nvCxnSpPr>
        <p:spPr>
          <a:xfrm>
            <a:off x="1203834" y="4096473"/>
            <a:ext cx="3723766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28187F-4871-8CD3-30B1-FCEC09CBECFC}"/>
              </a:ext>
            </a:extLst>
          </p:cNvPr>
          <p:cNvCxnSpPr>
            <a:cxnSpLocks/>
          </p:cNvCxnSpPr>
          <p:nvPr/>
        </p:nvCxnSpPr>
        <p:spPr>
          <a:xfrm>
            <a:off x="7687733" y="5025066"/>
            <a:ext cx="29972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F4AD959A-6148-3F92-8BAD-B06076AEA04F}"/>
              </a:ext>
            </a:extLst>
          </p:cNvPr>
          <p:cNvSpPr/>
          <p:nvPr/>
        </p:nvSpPr>
        <p:spPr>
          <a:xfrm>
            <a:off x="5151596" y="3709771"/>
            <a:ext cx="5567205" cy="3894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176077-1464-9BAF-C9F0-BD150007EC4B}"/>
              </a:ext>
            </a:extLst>
          </p:cNvPr>
          <p:cNvSpPr/>
          <p:nvPr/>
        </p:nvSpPr>
        <p:spPr>
          <a:xfrm>
            <a:off x="1203834" y="4535974"/>
            <a:ext cx="6365366" cy="4606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BEFC01E-A708-C443-4BA6-726ADF19366A}"/>
              </a:ext>
            </a:extLst>
          </p:cNvPr>
          <p:cNvCxnSpPr>
            <a:cxnSpLocks/>
          </p:cNvCxnSpPr>
          <p:nvPr/>
        </p:nvCxnSpPr>
        <p:spPr>
          <a:xfrm>
            <a:off x="1203834" y="5465334"/>
            <a:ext cx="95149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E23FE1D-9720-161D-5DA4-5C5E5B66FBA9}"/>
              </a:ext>
            </a:extLst>
          </p:cNvPr>
          <p:cNvCxnSpPr>
            <a:cxnSpLocks/>
          </p:cNvCxnSpPr>
          <p:nvPr/>
        </p:nvCxnSpPr>
        <p:spPr>
          <a:xfrm>
            <a:off x="1203834" y="5905599"/>
            <a:ext cx="95319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412D6C-7442-E727-0AEA-1A7244619AF2}"/>
              </a:ext>
            </a:extLst>
          </p:cNvPr>
          <p:cNvCxnSpPr>
            <a:cxnSpLocks/>
          </p:cNvCxnSpPr>
          <p:nvPr/>
        </p:nvCxnSpPr>
        <p:spPr>
          <a:xfrm>
            <a:off x="1203834" y="6379733"/>
            <a:ext cx="74660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037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63025-3116-E1F4-667B-86F3FEEA0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CBD6BF-5973-9627-6171-A730F6294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8379AE-D309-835B-6303-F23662D33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23" y="3185175"/>
            <a:ext cx="11473377" cy="86677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BB6339-D36E-CD9E-7336-D51FA4C6BADE}"/>
              </a:ext>
            </a:extLst>
          </p:cNvPr>
          <p:cNvCxnSpPr>
            <a:cxnSpLocks/>
          </p:cNvCxnSpPr>
          <p:nvPr/>
        </p:nvCxnSpPr>
        <p:spPr>
          <a:xfrm>
            <a:off x="3098799" y="4013950"/>
            <a:ext cx="40640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092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C1F59-4AFF-17D7-9156-59B86432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690E5E-1B53-C650-B0A8-8E0AA6006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9D6D24-2087-B610-D6DA-3B4AF9F3B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467" y="161930"/>
            <a:ext cx="6214533" cy="4694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A1ADAB-6442-78D5-22E0-0B42F87DF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693" y="1793383"/>
            <a:ext cx="7886172" cy="3659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312582-CCF3-20B2-6A3A-C0DB9577D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498" y="2933291"/>
            <a:ext cx="4025195" cy="138006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80B0B3-A22D-39EE-EA9A-0690784AEA1C}"/>
              </a:ext>
            </a:extLst>
          </p:cNvPr>
          <p:cNvCxnSpPr>
            <a:cxnSpLocks/>
          </p:cNvCxnSpPr>
          <p:nvPr/>
        </p:nvCxnSpPr>
        <p:spPr>
          <a:xfrm>
            <a:off x="4398433" y="2501999"/>
            <a:ext cx="34755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7EB680-207F-57CA-43BF-BCF858671197}"/>
              </a:ext>
            </a:extLst>
          </p:cNvPr>
          <p:cNvCxnSpPr>
            <a:cxnSpLocks/>
          </p:cNvCxnSpPr>
          <p:nvPr/>
        </p:nvCxnSpPr>
        <p:spPr>
          <a:xfrm>
            <a:off x="4398433" y="2163333"/>
            <a:ext cx="24426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08EA51-4DCA-8372-DFB5-B36BF2F575D9}"/>
              </a:ext>
            </a:extLst>
          </p:cNvPr>
          <p:cNvCxnSpPr>
            <a:cxnSpLocks/>
          </p:cNvCxnSpPr>
          <p:nvPr/>
        </p:nvCxnSpPr>
        <p:spPr>
          <a:xfrm>
            <a:off x="6858000" y="2861424"/>
            <a:ext cx="5029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3DA935-B75C-3092-CF52-E4BFB709660A}"/>
              </a:ext>
            </a:extLst>
          </p:cNvPr>
          <p:cNvCxnSpPr>
            <a:cxnSpLocks/>
          </p:cNvCxnSpPr>
          <p:nvPr/>
        </p:nvCxnSpPr>
        <p:spPr>
          <a:xfrm>
            <a:off x="4398433" y="3247066"/>
            <a:ext cx="32893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C133F23-0C52-1A23-E831-E2BC0A746092}"/>
              </a:ext>
            </a:extLst>
          </p:cNvPr>
          <p:cNvCxnSpPr>
            <a:cxnSpLocks/>
          </p:cNvCxnSpPr>
          <p:nvPr/>
        </p:nvCxnSpPr>
        <p:spPr>
          <a:xfrm>
            <a:off x="6858000" y="4737199"/>
            <a:ext cx="43518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8F205F0-B05D-5B06-9C78-FE382B563056}"/>
              </a:ext>
            </a:extLst>
          </p:cNvPr>
          <p:cNvCxnSpPr>
            <a:cxnSpLocks/>
          </p:cNvCxnSpPr>
          <p:nvPr/>
        </p:nvCxnSpPr>
        <p:spPr>
          <a:xfrm>
            <a:off x="9482667" y="5092799"/>
            <a:ext cx="24045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0702F5A-B625-F772-F757-5B14C2905415}"/>
              </a:ext>
            </a:extLst>
          </p:cNvPr>
          <p:cNvCxnSpPr>
            <a:cxnSpLocks/>
          </p:cNvCxnSpPr>
          <p:nvPr/>
        </p:nvCxnSpPr>
        <p:spPr>
          <a:xfrm>
            <a:off x="4478866" y="2501999"/>
            <a:ext cx="33951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475D35-2E54-5216-7B25-D80F5C853E5F}"/>
              </a:ext>
            </a:extLst>
          </p:cNvPr>
          <p:cNvCxnSpPr>
            <a:cxnSpLocks/>
          </p:cNvCxnSpPr>
          <p:nvPr/>
        </p:nvCxnSpPr>
        <p:spPr>
          <a:xfrm>
            <a:off x="4398433" y="5453264"/>
            <a:ext cx="112809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F6E3C9ED-2415-7575-1A86-33C786C063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8619" y="5823214"/>
            <a:ext cx="4598227" cy="72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45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9358F-1B5B-A3B2-0FCA-6757ECFE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673F05-EB9D-446E-B9EB-EF1001990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DF5C3C-C35E-9E21-FC6B-B5DA6643E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467" y="161930"/>
            <a:ext cx="6214533" cy="4694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514896-EC29-57DD-E4E1-EFE39AE45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235" y="1432594"/>
            <a:ext cx="8018463" cy="526347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B46312-1BC9-A92F-FA22-7C44FA8AEEC8}"/>
              </a:ext>
            </a:extLst>
          </p:cNvPr>
          <p:cNvCxnSpPr>
            <a:cxnSpLocks/>
          </p:cNvCxnSpPr>
          <p:nvPr/>
        </p:nvCxnSpPr>
        <p:spPr>
          <a:xfrm>
            <a:off x="4533900" y="2354464"/>
            <a:ext cx="37295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DC2D5C-0EE2-3A38-296F-07A151D240E9}"/>
              </a:ext>
            </a:extLst>
          </p:cNvPr>
          <p:cNvCxnSpPr>
            <a:cxnSpLocks/>
          </p:cNvCxnSpPr>
          <p:nvPr/>
        </p:nvCxnSpPr>
        <p:spPr>
          <a:xfrm>
            <a:off x="2247900" y="2710064"/>
            <a:ext cx="327863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5F6574-DD9D-D54F-4BCC-F8FA28C5067E}"/>
              </a:ext>
            </a:extLst>
          </p:cNvPr>
          <p:cNvCxnSpPr>
            <a:cxnSpLocks/>
          </p:cNvCxnSpPr>
          <p:nvPr/>
        </p:nvCxnSpPr>
        <p:spPr>
          <a:xfrm>
            <a:off x="7958667" y="2710064"/>
            <a:ext cx="1866900" cy="73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F61766-957F-9CBD-2612-B6D2A92641E8}"/>
              </a:ext>
            </a:extLst>
          </p:cNvPr>
          <p:cNvCxnSpPr>
            <a:cxnSpLocks/>
          </p:cNvCxnSpPr>
          <p:nvPr/>
        </p:nvCxnSpPr>
        <p:spPr>
          <a:xfrm>
            <a:off x="2205302" y="3066394"/>
            <a:ext cx="7620265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BC6F52-8C61-0162-CCB1-868FBA79F1C6}"/>
              </a:ext>
            </a:extLst>
          </p:cNvPr>
          <p:cNvCxnSpPr>
            <a:cxnSpLocks/>
          </p:cNvCxnSpPr>
          <p:nvPr/>
        </p:nvCxnSpPr>
        <p:spPr>
          <a:xfrm>
            <a:off x="2205302" y="3429000"/>
            <a:ext cx="7620265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3352FC-F496-F349-074C-9A032489F98B}"/>
              </a:ext>
            </a:extLst>
          </p:cNvPr>
          <p:cNvCxnSpPr>
            <a:cxnSpLocks/>
          </p:cNvCxnSpPr>
          <p:nvPr/>
        </p:nvCxnSpPr>
        <p:spPr>
          <a:xfrm>
            <a:off x="2205301" y="3760661"/>
            <a:ext cx="7620265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9D3B6EB-690F-C9F5-F4D9-4CA51811B049}"/>
              </a:ext>
            </a:extLst>
          </p:cNvPr>
          <p:cNvCxnSpPr>
            <a:cxnSpLocks/>
          </p:cNvCxnSpPr>
          <p:nvPr/>
        </p:nvCxnSpPr>
        <p:spPr>
          <a:xfrm>
            <a:off x="2205300" y="4064332"/>
            <a:ext cx="52115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0932B5-1E6B-89FC-D844-49B3E10369E5}"/>
              </a:ext>
            </a:extLst>
          </p:cNvPr>
          <p:cNvCxnSpPr>
            <a:cxnSpLocks/>
          </p:cNvCxnSpPr>
          <p:nvPr/>
        </p:nvCxnSpPr>
        <p:spPr>
          <a:xfrm>
            <a:off x="2167333" y="6283728"/>
            <a:ext cx="762026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77283B-F82D-DE03-B458-39E082E23A91}"/>
              </a:ext>
            </a:extLst>
          </p:cNvPr>
          <p:cNvCxnSpPr>
            <a:cxnSpLocks/>
          </p:cNvCxnSpPr>
          <p:nvPr/>
        </p:nvCxnSpPr>
        <p:spPr>
          <a:xfrm>
            <a:off x="2167332" y="6663665"/>
            <a:ext cx="105000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471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3B8C-4B40-B864-6191-EE6A5238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EFA5FA-83A1-281A-8B95-DA6A4EA96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AD107B-1C3E-C1EA-50A5-A9955B2A9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467" y="161930"/>
            <a:ext cx="6214533" cy="4694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1C0C40-F60B-86A3-8C9D-7E5CB3BD7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379" y="1446212"/>
            <a:ext cx="8512176" cy="512278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5FA774-A7D8-43B6-8EA0-BDE3CA174A30}"/>
              </a:ext>
            </a:extLst>
          </p:cNvPr>
          <p:cNvCxnSpPr>
            <a:cxnSpLocks/>
          </p:cNvCxnSpPr>
          <p:nvPr/>
        </p:nvCxnSpPr>
        <p:spPr>
          <a:xfrm>
            <a:off x="4944533" y="3913061"/>
            <a:ext cx="4961599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D32611-D3F9-7FCC-75BD-A864C0CA3B76}"/>
              </a:ext>
            </a:extLst>
          </p:cNvPr>
          <p:cNvCxnSpPr>
            <a:cxnSpLocks/>
          </p:cNvCxnSpPr>
          <p:nvPr/>
        </p:nvCxnSpPr>
        <p:spPr>
          <a:xfrm>
            <a:off x="1879600" y="4234795"/>
            <a:ext cx="3646931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B578B6-5531-EB38-B146-B7ADCD6A408B}"/>
              </a:ext>
            </a:extLst>
          </p:cNvPr>
          <p:cNvCxnSpPr>
            <a:cxnSpLocks/>
          </p:cNvCxnSpPr>
          <p:nvPr/>
        </p:nvCxnSpPr>
        <p:spPr>
          <a:xfrm>
            <a:off x="1879600" y="5741861"/>
            <a:ext cx="81618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9429CB-3A2D-ED6D-A399-95E44C722168}"/>
              </a:ext>
            </a:extLst>
          </p:cNvPr>
          <p:cNvCxnSpPr>
            <a:cxnSpLocks/>
          </p:cNvCxnSpPr>
          <p:nvPr/>
        </p:nvCxnSpPr>
        <p:spPr>
          <a:xfrm>
            <a:off x="1896533" y="6080528"/>
            <a:ext cx="81618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C949F5-8395-7D5E-4757-23564C7BDB22}"/>
              </a:ext>
            </a:extLst>
          </p:cNvPr>
          <p:cNvCxnSpPr>
            <a:cxnSpLocks/>
          </p:cNvCxnSpPr>
          <p:nvPr/>
        </p:nvCxnSpPr>
        <p:spPr>
          <a:xfrm>
            <a:off x="1879600" y="6519655"/>
            <a:ext cx="51138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956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56B3-B320-4CF2-FB2F-EBBC9ACA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8265E7-A63D-EF26-07D8-AA83FDB82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5E3926-505E-670A-2199-6ACE32DC7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467" y="161930"/>
            <a:ext cx="6214533" cy="4694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88A008-84B8-6F01-AAA1-774F48AD5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13" y="1244193"/>
            <a:ext cx="8815387" cy="502100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5A590B-0C1F-68AA-D703-641C03F24ED9}"/>
              </a:ext>
            </a:extLst>
          </p:cNvPr>
          <p:cNvCxnSpPr>
            <a:cxnSpLocks/>
          </p:cNvCxnSpPr>
          <p:nvPr/>
        </p:nvCxnSpPr>
        <p:spPr>
          <a:xfrm>
            <a:off x="1405466" y="1615542"/>
            <a:ext cx="704426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2C995F-9F3B-DBFB-D671-8DD9C0F46062}"/>
              </a:ext>
            </a:extLst>
          </p:cNvPr>
          <p:cNvCxnSpPr>
            <a:cxnSpLocks/>
          </p:cNvCxnSpPr>
          <p:nvPr/>
        </p:nvCxnSpPr>
        <p:spPr>
          <a:xfrm>
            <a:off x="5046133" y="1988076"/>
            <a:ext cx="35221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B29743-3F87-19D8-6A60-F8F6A4677399}"/>
              </a:ext>
            </a:extLst>
          </p:cNvPr>
          <p:cNvCxnSpPr>
            <a:cxnSpLocks/>
          </p:cNvCxnSpPr>
          <p:nvPr/>
        </p:nvCxnSpPr>
        <p:spPr>
          <a:xfrm>
            <a:off x="1405467" y="2411409"/>
            <a:ext cx="704426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1466AB-3E19-BD19-EB85-65330352F233}"/>
              </a:ext>
            </a:extLst>
          </p:cNvPr>
          <p:cNvCxnSpPr>
            <a:cxnSpLocks/>
          </p:cNvCxnSpPr>
          <p:nvPr/>
        </p:nvCxnSpPr>
        <p:spPr>
          <a:xfrm>
            <a:off x="1524000" y="4172476"/>
            <a:ext cx="73829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711404-ACA2-1505-7562-AE1E1075B195}"/>
              </a:ext>
            </a:extLst>
          </p:cNvPr>
          <p:cNvCxnSpPr>
            <a:cxnSpLocks/>
          </p:cNvCxnSpPr>
          <p:nvPr/>
        </p:nvCxnSpPr>
        <p:spPr>
          <a:xfrm>
            <a:off x="457200" y="4595809"/>
            <a:ext cx="38269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CE23B501-A73A-BAE9-B454-B682E330B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9725" y="6225788"/>
            <a:ext cx="6772275" cy="533400"/>
          </a:xfrm>
          <a:prstGeom prst="rect">
            <a:avLst/>
          </a:prstGeom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9D352B8-AB55-9831-3E44-59E61BB31E60}"/>
              </a:ext>
            </a:extLst>
          </p:cNvPr>
          <p:cNvCxnSpPr>
            <a:cxnSpLocks/>
          </p:cNvCxnSpPr>
          <p:nvPr/>
        </p:nvCxnSpPr>
        <p:spPr>
          <a:xfrm rot="16200000" flipV="1">
            <a:off x="8316383" y="4763026"/>
            <a:ext cx="2004483" cy="823383"/>
          </a:xfrm>
          <a:prstGeom prst="bentConnector3">
            <a:avLst>
              <a:gd name="adj1" fmla="val 99842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19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CA9A2-530C-8677-24DC-16085BF56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599EFC-2B40-5472-A0BC-18296A19E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1AE356-3948-8D94-96FD-8A46DA0C5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467" y="161930"/>
            <a:ext cx="6214533" cy="4694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AC8C9E-A25E-914B-3FA5-259EE43F5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34" y="1947333"/>
            <a:ext cx="10288465" cy="403013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74B28D-0631-049F-B6AA-2891C97E3816}"/>
              </a:ext>
            </a:extLst>
          </p:cNvPr>
          <p:cNvCxnSpPr>
            <a:cxnSpLocks/>
          </p:cNvCxnSpPr>
          <p:nvPr/>
        </p:nvCxnSpPr>
        <p:spPr>
          <a:xfrm>
            <a:off x="2506133" y="5002209"/>
            <a:ext cx="861556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D7687-C332-8916-9AA5-FD426A698A4A}"/>
              </a:ext>
            </a:extLst>
          </p:cNvPr>
          <p:cNvCxnSpPr>
            <a:cxnSpLocks/>
          </p:cNvCxnSpPr>
          <p:nvPr/>
        </p:nvCxnSpPr>
        <p:spPr>
          <a:xfrm>
            <a:off x="1083733" y="5442475"/>
            <a:ext cx="1003796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393E6F-EC97-0E46-B918-68907FDE982B}"/>
              </a:ext>
            </a:extLst>
          </p:cNvPr>
          <p:cNvCxnSpPr>
            <a:cxnSpLocks/>
          </p:cNvCxnSpPr>
          <p:nvPr/>
        </p:nvCxnSpPr>
        <p:spPr>
          <a:xfrm>
            <a:off x="1077017" y="5977466"/>
            <a:ext cx="444951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A50C99F-4DF7-EF1D-71FA-A4ABAFBEB7B6}"/>
              </a:ext>
            </a:extLst>
          </p:cNvPr>
          <p:cNvSpPr/>
          <p:nvPr/>
        </p:nvSpPr>
        <p:spPr>
          <a:xfrm>
            <a:off x="5526531" y="5493274"/>
            <a:ext cx="5595168" cy="534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13353B-86B0-08D7-A20A-D83EC1F6A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136" y="6163332"/>
            <a:ext cx="4706372" cy="5087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790A2C-8D6A-D400-27BF-DAC6EC29EB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0508" y="6137060"/>
            <a:ext cx="1351492" cy="44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017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BBCEF-DFAC-8DB4-C7CE-CDB4BCE5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F6844F-7183-6F2D-7EB0-6773660C2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EFF17B-4D14-DA11-6B3F-39E472DCB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35" y="3014662"/>
            <a:ext cx="10564330" cy="124419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53CF82-307B-5DAF-3727-D3F557F71283}"/>
              </a:ext>
            </a:extLst>
          </p:cNvPr>
          <p:cNvCxnSpPr>
            <a:cxnSpLocks/>
          </p:cNvCxnSpPr>
          <p:nvPr/>
        </p:nvCxnSpPr>
        <p:spPr>
          <a:xfrm>
            <a:off x="2810934" y="3613675"/>
            <a:ext cx="421639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A0CB09-A139-CA2B-88D6-42A46A581BE5}"/>
              </a:ext>
            </a:extLst>
          </p:cNvPr>
          <p:cNvCxnSpPr>
            <a:cxnSpLocks/>
          </p:cNvCxnSpPr>
          <p:nvPr/>
        </p:nvCxnSpPr>
        <p:spPr>
          <a:xfrm>
            <a:off x="9160933" y="3613675"/>
            <a:ext cx="17441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364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5633-FE18-9588-2F58-3648D199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288556-75E8-95BC-E5CA-CCA316A4A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49A9E9-C7FF-9C78-234A-8964E5CB0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797" y="169333"/>
            <a:ext cx="5785901" cy="6814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D34797-F761-761C-D3A0-BA2770FC1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7049" y="1580092"/>
            <a:ext cx="8278283" cy="475234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6E0A5A-AC15-5CB2-8042-64FE118CA2F4}"/>
              </a:ext>
            </a:extLst>
          </p:cNvPr>
          <p:cNvCxnSpPr>
            <a:cxnSpLocks/>
          </p:cNvCxnSpPr>
          <p:nvPr/>
        </p:nvCxnSpPr>
        <p:spPr>
          <a:xfrm>
            <a:off x="2004398" y="2343676"/>
            <a:ext cx="790160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CE2128-2641-31A9-6B1B-5D96BA0CB319}"/>
              </a:ext>
            </a:extLst>
          </p:cNvPr>
          <p:cNvCxnSpPr>
            <a:cxnSpLocks/>
          </p:cNvCxnSpPr>
          <p:nvPr/>
        </p:nvCxnSpPr>
        <p:spPr>
          <a:xfrm>
            <a:off x="6908800" y="1971143"/>
            <a:ext cx="2997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6378B-1339-038E-69C0-E22D099B10B6}"/>
              </a:ext>
            </a:extLst>
          </p:cNvPr>
          <p:cNvCxnSpPr>
            <a:cxnSpLocks/>
          </p:cNvCxnSpPr>
          <p:nvPr/>
        </p:nvCxnSpPr>
        <p:spPr>
          <a:xfrm>
            <a:off x="2004398" y="2665410"/>
            <a:ext cx="529386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3136D8-C740-2F86-4037-24C6919F7D3A}"/>
              </a:ext>
            </a:extLst>
          </p:cNvPr>
          <p:cNvCxnSpPr>
            <a:cxnSpLocks/>
          </p:cNvCxnSpPr>
          <p:nvPr/>
        </p:nvCxnSpPr>
        <p:spPr>
          <a:xfrm>
            <a:off x="5791200" y="3054876"/>
            <a:ext cx="41148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EFF3BB-3C92-5371-0299-38988AF70C7D}"/>
              </a:ext>
            </a:extLst>
          </p:cNvPr>
          <p:cNvCxnSpPr>
            <a:cxnSpLocks/>
          </p:cNvCxnSpPr>
          <p:nvPr/>
        </p:nvCxnSpPr>
        <p:spPr>
          <a:xfrm>
            <a:off x="2004398" y="3429000"/>
            <a:ext cx="5022935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9DBF858-0A70-4BFD-DA44-7CE391348B25}"/>
              </a:ext>
            </a:extLst>
          </p:cNvPr>
          <p:cNvCxnSpPr>
            <a:cxnSpLocks/>
          </p:cNvCxnSpPr>
          <p:nvPr/>
        </p:nvCxnSpPr>
        <p:spPr>
          <a:xfrm>
            <a:off x="7298267" y="3429000"/>
            <a:ext cx="26077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07660F5-A261-2DE5-F2D4-EC2905F1D405}"/>
              </a:ext>
            </a:extLst>
          </p:cNvPr>
          <p:cNvCxnSpPr>
            <a:cxnSpLocks/>
          </p:cNvCxnSpPr>
          <p:nvPr/>
        </p:nvCxnSpPr>
        <p:spPr>
          <a:xfrm>
            <a:off x="2004398" y="3801533"/>
            <a:ext cx="683895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67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723B1-485D-739F-1EBC-E521B891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B3A923-3A86-0F89-2EAF-3E931EF81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C95EA8-13C6-2653-8481-B947C4D4E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797" y="169333"/>
            <a:ext cx="5785901" cy="681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74FA7F-7602-9871-F2B1-35D721331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328" y="1513018"/>
            <a:ext cx="7238472" cy="4221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3A5EF-FE1E-1C0D-6BD1-DDE0521DF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4328" y="5734333"/>
            <a:ext cx="7184353" cy="66296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F68D25-4F26-C994-5A81-0B30978D3D1E}"/>
              </a:ext>
            </a:extLst>
          </p:cNvPr>
          <p:cNvCxnSpPr>
            <a:cxnSpLocks/>
          </p:cNvCxnSpPr>
          <p:nvPr/>
        </p:nvCxnSpPr>
        <p:spPr>
          <a:xfrm>
            <a:off x="5892800" y="2480733"/>
            <a:ext cx="375588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14AF4B-9BFC-5D5C-188D-CA0748BFF177}"/>
              </a:ext>
            </a:extLst>
          </p:cNvPr>
          <p:cNvCxnSpPr>
            <a:cxnSpLocks/>
          </p:cNvCxnSpPr>
          <p:nvPr/>
        </p:nvCxnSpPr>
        <p:spPr>
          <a:xfrm>
            <a:off x="2464328" y="2819399"/>
            <a:ext cx="718435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133996-C617-BAC3-DC49-ADECD80DB8E6}"/>
              </a:ext>
            </a:extLst>
          </p:cNvPr>
          <p:cNvCxnSpPr>
            <a:cxnSpLocks/>
          </p:cNvCxnSpPr>
          <p:nvPr/>
        </p:nvCxnSpPr>
        <p:spPr>
          <a:xfrm>
            <a:off x="2518447" y="3124199"/>
            <a:ext cx="718435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3E6EAA-5277-C074-FDB1-0AB1D8D20A93}"/>
              </a:ext>
            </a:extLst>
          </p:cNvPr>
          <p:cNvCxnSpPr>
            <a:cxnSpLocks/>
          </p:cNvCxnSpPr>
          <p:nvPr/>
        </p:nvCxnSpPr>
        <p:spPr>
          <a:xfrm>
            <a:off x="2464328" y="3429000"/>
            <a:ext cx="87153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896483-D779-BBA0-42D6-356D3D8F6400}"/>
              </a:ext>
            </a:extLst>
          </p:cNvPr>
          <p:cNvCxnSpPr>
            <a:cxnSpLocks/>
          </p:cNvCxnSpPr>
          <p:nvPr/>
        </p:nvCxnSpPr>
        <p:spPr>
          <a:xfrm>
            <a:off x="2464328" y="3801533"/>
            <a:ext cx="7184353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E56B7B-8F79-3645-D639-BDF7ECF929F3}"/>
              </a:ext>
            </a:extLst>
          </p:cNvPr>
          <p:cNvCxnSpPr>
            <a:cxnSpLocks/>
          </p:cNvCxnSpPr>
          <p:nvPr/>
        </p:nvCxnSpPr>
        <p:spPr>
          <a:xfrm>
            <a:off x="3988328" y="3429000"/>
            <a:ext cx="5660353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F5D9B7-DEE6-AE64-AD26-FBC08D3CCCCA}"/>
              </a:ext>
            </a:extLst>
          </p:cNvPr>
          <p:cNvCxnSpPr>
            <a:cxnSpLocks/>
          </p:cNvCxnSpPr>
          <p:nvPr/>
        </p:nvCxnSpPr>
        <p:spPr>
          <a:xfrm>
            <a:off x="2464328" y="4089399"/>
            <a:ext cx="3062203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375BCB3-3098-9A28-E289-A098B1B4C85C}"/>
              </a:ext>
            </a:extLst>
          </p:cNvPr>
          <p:cNvCxnSpPr>
            <a:cxnSpLocks/>
          </p:cNvCxnSpPr>
          <p:nvPr/>
        </p:nvCxnSpPr>
        <p:spPr>
          <a:xfrm>
            <a:off x="5526531" y="4089399"/>
            <a:ext cx="392226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147FBD4-4BE0-6DD9-19A8-9D1BDB38FE06}"/>
              </a:ext>
            </a:extLst>
          </p:cNvPr>
          <p:cNvCxnSpPr>
            <a:cxnSpLocks/>
          </p:cNvCxnSpPr>
          <p:nvPr/>
        </p:nvCxnSpPr>
        <p:spPr>
          <a:xfrm>
            <a:off x="2518447" y="4461932"/>
            <a:ext cx="693035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8849391-CE1B-45F7-28CD-147DD014DD9E}"/>
              </a:ext>
            </a:extLst>
          </p:cNvPr>
          <p:cNvCxnSpPr>
            <a:cxnSpLocks/>
          </p:cNvCxnSpPr>
          <p:nvPr/>
        </p:nvCxnSpPr>
        <p:spPr>
          <a:xfrm>
            <a:off x="2518447" y="4749801"/>
            <a:ext cx="693035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5EF0EEC-E8BB-1949-05FA-527D3400C364}"/>
              </a:ext>
            </a:extLst>
          </p:cNvPr>
          <p:cNvCxnSpPr>
            <a:cxnSpLocks/>
          </p:cNvCxnSpPr>
          <p:nvPr/>
        </p:nvCxnSpPr>
        <p:spPr>
          <a:xfrm>
            <a:off x="2518447" y="5054602"/>
            <a:ext cx="425488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139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92EB2-1902-021A-A13D-C979E9F5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A31868-C189-E8EA-2E07-8825160D4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127783-96D8-6B41-3EC4-5DF0DB6A1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797" y="169333"/>
            <a:ext cx="5785901" cy="6814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D87837-E1A9-160F-9A8A-940BB6E9C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308" y="1452562"/>
            <a:ext cx="7752292" cy="491165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7E20BA-2DAD-2281-A1B2-94E41A254C81}"/>
              </a:ext>
            </a:extLst>
          </p:cNvPr>
          <p:cNvCxnSpPr>
            <a:cxnSpLocks/>
          </p:cNvCxnSpPr>
          <p:nvPr/>
        </p:nvCxnSpPr>
        <p:spPr>
          <a:xfrm>
            <a:off x="7349067" y="5698066"/>
            <a:ext cx="22121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19EFC3-9AE3-80F5-296C-6D49317A6527}"/>
              </a:ext>
            </a:extLst>
          </p:cNvPr>
          <p:cNvCxnSpPr>
            <a:cxnSpLocks/>
          </p:cNvCxnSpPr>
          <p:nvPr/>
        </p:nvCxnSpPr>
        <p:spPr>
          <a:xfrm>
            <a:off x="2201334" y="6036733"/>
            <a:ext cx="735984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0CC5E2-BA27-66F9-B0E2-BFE927E5F937}"/>
              </a:ext>
            </a:extLst>
          </p:cNvPr>
          <p:cNvCxnSpPr>
            <a:cxnSpLocks/>
          </p:cNvCxnSpPr>
          <p:nvPr/>
        </p:nvCxnSpPr>
        <p:spPr>
          <a:xfrm>
            <a:off x="2167468" y="6364213"/>
            <a:ext cx="658706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701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04AA-86F6-532F-BD84-2D8C35FE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885697-68C6-F399-E896-B7C27993F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B19B90-3A45-2017-9F11-2127C529E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797" y="169333"/>
            <a:ext cx="5785901" cy="681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15DC48-DEC1-1D95-5762-D9A2AF25E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957" y="1497541"/>
            <a:ext cx="8067147" cy="496665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4A1E2C-6B01-D98B-F808-28C333E18B96}"/>
              </a:ext>
            </a:extLst>
          </p:cNvPr>
          <p:cNvCxnSpPr>
            <a:cxnSpLocks/>
          </p:cNvCxnSpPr>
          <p:nvPr/>
        </p:nvCxnSpPr>
        <p:spPr>
          <a:xfrm>
            <a:off x="3132667" y="1837266"/>
            <a:ext cx="61637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68C70-0ABF-0363-AA4E-375F8717231E}"/>
              </a:ext>
            </a:extLst>
          </p:cNvPr>
          <p:cNvCxnSpPr>
            <a:cxnSpLocks/>
          </p:cNvCxnSpPr>
          <p:nvPr/>
        </p:nvCxnSpPr>
        <p:spPr>
          <a:xfrm>
            <a:off x="1659467" y="2192866"/>
            <a:ext cx="76369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0C9E4B-BB71-9F33-094F-4441397AD08E}"/>
              </a:ext>
            </a:extLst>
          </p:cNvPr>
          <p:cNvCxnSpPr>
            <a:cxnSpLocks/>
          </p:cNvCxnSpPr>
          <p:nvPr/>
        </p:nvCxnSpPr>
        <p:spPr>
          <a:xfrm>
            <a:off x="1659466" y="2565399"/>
            <a:ext cx="76369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6327AC-8A01-F125-FA57-F4606FC242C9}"/>
              </a:ext>
            </a:extLst>
          </p:cNvPr>
          <p:cNvCxnSpPr>
            <a:cxnSpLocks/>
          </p:cNvCxnSpPr>
          <p:nvPr/>
        </p:nvCxnSpPr>
        <p:spPr>
          <a:xfrm>
            <a:off x="1659465" y="2904066"/>
            <a:ext cx="76369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6B799E4-1F57-248A-924E-371D64BFA64B}"/>
              </a:ext>
            </a:extLst>
          </p:cNvPr>
          <p:cNvCxnSpPr>
            <a:cxnSpLocks/>
          </p:cNvCxnSpPr>
          <p:nvPr/>
        </p:nvCxnSpPr>
        <p:spPr>
          <a:xfrm>
            <a:off x="1659465" y="3259666"/>
            <a:ext cx="76369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B28995-D375-5AC7-4296-A93AEEA828A0}"/>
              </a:ext>
            </a:extLst>
          </p:cNvPr>
          <p:cNvCxnSpPr>
            <a:cxnSpLocks/>
          </p:cNvCxnSpPr>
          <p:nvPr/>
        </p:nvCxnSpPr>
        <p:spPr>
          <a:xfrm>
            <a:off x="1708063" y="3615266"/>
            <a:ext cx="640300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752C1B4-E0F4-8842-9E07-8E156D402FEC}"/>
              </a:ext>
            </a:extLst>
          </p:cNvPr>
          <p:cNvCxnSpPr>
            <a:cxnSpLocks/>
          </p:cNvCxnSpPr>
          <p:nvPr/>
        </p:nvCxnSpPr>
        <p:spPr>
          <a:xfrm>
            <a:off x="3928534" y="4292599"/>
            <a:ext cx="49445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EC2161-0A25-8721-6F46-8AFE03A7EBA2}"/>
              </a:ext>
            </a:extLst>
          </p:cNvPr>
          <p:cNvCxnSpPr>
            <a:cxnSpLocks/>
          </p:cNvCxnSpPr>
          <p:nvPr/>
        </p:nvCxnSpPr>
        <p:spPr>
          <a:xfrm>
            <a:off x="7366000" y="5731932"/>
            <a:ext cx="1930398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918101-F959-525E-844D-9331FB2EAF91}"/>
              </a:ext>
            </a:extLst>
          </p:cNvPr>
          <p:cNvCxnSpPr>
            <a:cxnSpLocks/>
          </p:cNvCxnSpPr>
          <p:nvPr/>
        </p:nvCxnSpPr>
        <p:spPr>
          <a:xfrm>
            <a:off x="1708063" y="6104465"/>
            <a:ext cx="758833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A5F7F3-633E-51AC-E434-6B7EE8D90E52}"/>
              </a:ext>
            </a:extLst>
          </p:cNvPr>
          <p:cNvCxnSpPr>
            <a:cxnSpLocks/>
          </p:cNvCxnSpPr>
          <p:nvPr/>
        </p:nvCxnSpPr>
        <p:spPr>
          <a:xfrm>
            <a:off x="1732362" y="6464200"/>
            <a:ext cx="480390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9724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B6C13-14AA-4427-E1A6-69A2B49D4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1E9F74-93AC-3149-CB21-F85117DBD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A2E0CC-9F55-7D2A-4339-777AD9785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526" y="2878666"/>
            <a:ext cx="9466947" cy="794279"/>
          </a:xfrm>
          <a:prstGeom prst="rect">
            <a:avLst/>
          </a:prstGeom>
        </p:spPr>
      </p:pic>
      <p:sp>
        <p:nvSpPr>
          <p:cNvPr id="7" name="&quot;Not Allowed&quot; Symbol 6">
            <a:extLst>
              <a:ext uri="{FF2B5EF4-FFF2-40B4-BE49-F238E27FC236}">
                <a16:creationId xmlns:a16="http://schemas.microsoft.com/office/drawing/2014/main" id="{6B3DC62A-155B-BFBA-E492-594BE5857653}"/>
              </a:ext>
            </a:extLst>
          </p:cNvPr>
          <p:cNvSpPr/>
          <p:nvPr/>
        </p:nvSpPr>
        <p:spPr>
          <a:xfrm>
            <a:off x="4910667" y="4588933"/>
            <a:ext cx="1659466" cy="1540934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6961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2CC3D-2168-D35B-BC69-0262AE533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D1C09A-4101-51E9-4A1D-1F3CAD68A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68C8A5-A183-218C-2C19-EFC0E9427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258" y="2905918"/>
            <a:ext cx="7386545" cy="104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588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D29D5-D091-4286-F432-00F97E02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43354-2FB6-EFE0-06A2-16F5A8471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26531" cy="12441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2CB318-EA50-73F0-56DC-F08E6979A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468" y="99015"/>
            <a:ext cx="3693269" cy="5230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DA9E87-9A0A-5711-FC57-31BC6D8F6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773" y="1627717"/>
            <a:ext cx="9876453" cy="491986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F54E9C-9F3F-820C-0D23-838FA7DFF87C}"/>
              </a:ext>
            </a:extLst>
          </p:cNvPr>
          <p:cNvCxnSpPr>
            <a:cxnSpLocks/>
          </p:cNvCxnSpPr>
          <p:nvPr/>
        </p:nvCxnSpPr>
        <p:spPr>
          <a:xfrm>
            <a:off x="2029796" y="2108198"/>
            <a:ext cx="900443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113B16-E644-B7EE-E3B7-BA4586B55ACE}"/>
              </a:ext>
            </a:extLst>
          </p:cNvPr>
          <p:cNvCxnSpPr>
            <a:cxnSpLocks/>
          </p:cNvCxnSpPr>
          <p:nvPr/>
        </p:nvCxnSpPr>
        <p:spPr>
          <a:xfrm>
            <a:off x="1157773" y="2565398"/>
            <a:ext cx="31263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9A682D-BED4-A6BD-837D-A28381960188}"/>
              </a:ext>
            </a:extLst>
          </p:cNvPr>
          <p:cNvCxnSpPr>
            <a:cxnSpLocks/>
          </p:cNvCxnSpPr>
          <p:nvPr/>
        </p:nvCxnSpPr>
        <p:spPr>
          <a:xfrm>
            <a:off x="4284133" y="2988732"/>
            <a:ext cx="65532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13819C-DE8C-9AC1-D652-F67FEE38D5EB}"/>
              </a:ext>
            </a:extLst>
          </p:cNvPr>
          <p:cNvCxnSpPr>
            <a:cxnSpLocks/>
          </p:cNvCxnSpPr>
          <p:nvPr/>
        </p:nvCxnSpPr>
        <p:spPr>
          <a:xfrm>
            <a:off x="1157773" y="3429000"/>
            <a:ext cx="96795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7AB0E31-68B2-0125-AC58-821AFB9F3FD8}"/>
              </a:ext>
            </a:extLst>
          </p:cNvPr>
          <p:cNvCxnSpPr>
            <a:cxnSpLocks/>
          </p:cNvCxnSpPr>
          <p:nvPr/>
        </p:nvCxnSpPr>
        <p:spPr>
          <a:xfrm>
            <a:off x="1157773" y="3869267"/>
            <a:ext cx="96795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CCD0590-92D0-CBFC-D37E-5A269AFF01C8}"/>
              </a:ext>
            </a:extLst>
          </p:cNvPr>
          <p:cNvCxnSpPr>
            <a:cxnSpLocks/>
          </p:cNvCxnSpPr>
          <p:nvPr/>
        </p:nvCxnSpPr>
        <p:spPr>
          <a:xfrm>
            <a:off x="1157773" y="4309533"/>
            <a:ext cx="96795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5EA9C-4E89-9869-BFF2-B0C1F40D3DB3}"/>
              </a:ext>
            </a:extLst>
          </p:cNvPr>
          <p:cNvCxnSpPr>
            <a:cxnSpLocks/>
          </p:cNvCxnSpPr>
          <p:nvPr/>
        </p:nvCxnSpPr>
        <p:spPr>
          <a:xfrm>
            <a:off x="1157773" y="4749800"/>
            <a:ext cx="96795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B3DB6B0-8F29-EBC3-0D0B-56F65C63F188}"/>
              </a:ext>
            </a:extLst>
          </p:cNvPr>
          <p:cNvCxnSpPr>
            <a:cxnSpLocks/>
          </p:cNvCxnSpPr>
          <p:nvPr/>
        </p:nvCxnSpPr>
        <p:spPr>
          <a:xfrm>
            <a:off x="1157773" y="5223934"/>
            <a:ext cx="96795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35A32E2-75B5-AC1D-EFF8-761998CDB217}"/>
              </a:ext>
            </a:extLst>
          </p:cNvPr>
          <p:cNvCxnSpPr>
            <a:cxnSpLocks/>
          </p:cNvCxnSpPr>
          <p:nvPr/>
        </p:nvCxnSpPr>
        <p:spPr>
          <a:xfrm>
            <a:off x="1157773" y="5613400"/>
            <a:ext cx="96795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F64349-6221-F0DA-2438-E605E5EEA4F8}"/>
              </a:ext>
            </a:extLst>
          </p:cNvPr>
          <p:cNvCxnSpPr>
            <a:cxnSpLocks/>
          </p:cNvCxnSpPr>
          <p:nvPr/>
        </p:nvCxnSpPr>
        <p:spPr>
          <a:xfrm>
            <a:off x="1256220" y="6019800"/>
            <a:ext cx="967956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D263137-5040-A2CD-8BE2-2F61FABDA761}"/>
              </a:ext>
            </a:extLst>
          </p:cNvPr>
          <p:cNvCxnSpPr>
            <a:cxnSpLocks/>
          </p:cNvCxnSpPr>
          <p:nvPr/>
        </p:nvCxnSpPr>
        <p:spPr>
          <a:xfrm>
            <a:off x="1256220" y="6522186"/>
            <a:ext cx="218124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2012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A6F5-C25A-BC97-1F7B-459DAFF7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9981AC-A6AB-801A-07FC-2D2BA09B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178" y="522582"/>
            <a:ext cx="6818363" cy="5313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5A29B5-612E-B6D2-51AD-976F13855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59" y="945395"/>
            <a:ext cx="10547082" cy="15953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51A551C-F1AC-DAAA-1BD1-92965919987C}"/>
              </a:ext>
            </a:extLst>
          </p:cNvPr>
          <p:cNvSpPr/>
          <p:nvPr/>
        </p:nvSpPr>
        <p:spPr>
          <a:xfrm>
            <a:off x="3740985" y="2026367"/>
            <a:ext cx="7628556" cy="5143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B92681-8D53-A21C-CED2-8DBE9D924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089" y="2134855"/>
            <a:ext cx="6411044" cy="451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37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5715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13361</TotalTime>
  <Words>116</Words>
  <Application>Microsoft Office PowerPoint</Application>
  <PresentationFormat>Widescreen</PresentationFormat>
  <Paragraphs>19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F. Garcìa Alcalà</dc:creator>
  <cp:lastModifiedBy>F. Garcìa Alcalà</cp:lastModifiedBy>
  <cp:revision>62</cp:revision>
  <dcterms:created xsi:type="dcterms:W3CDTF">2026-05-08T19:29:18Z</dcterms:created>
  <dcterms:modified xsi:type="dcterms:W3CDTF">2026-05-18T02:10:57Z</dcterms:modified>
</cp:coreProperties>
</file>